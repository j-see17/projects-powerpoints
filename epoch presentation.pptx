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9" r:id="rId7"/>
    <p:sldId id="260" r:id="rId8"/>
    <p:sldId id="268" r:id="rId9"/>
    <p:sldId id="265" r:id="rId10"/>
    <p:sldId id="263"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2703F1-D85F-AA32-2F02-1B3168856141}" v="269" dt="2024-05-14T20:32:11.426"/>
    <p1510:client id="{34C87F6F-B02D-0D20-4734-FCAC1BE5A70E}" v="497" dt="2024-05-14T23:24:16.682"/>
    <p1510:client id="{8D467BDE-6CB2-814E-89C8-3E6B32E5AC0F}" v="23" dt="2024-05-14T17:58:30.3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2"/>
  </p:normalViewPr>
  <p:slideViewPr>
    <p:cSldViewPr snapToGrid="0">
      <p:cViewPr varScale="1">
        <p:scale>
          <a:sx n="106" d="100"/>
          <a:sy n="106" d="100"/>
        </p:scale>
        <p:origin x="7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244AB9-540E-444C-8364-7BE39E373E61}" type="doc">
      <dgm:prSet loTypeId="urn:microsoft.com/office/officeart/2018/5/layout/Centered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5FB9628-82DF-465B-929C-74C12AE8AA8C}">
      <dgm:prSet custT="1"/>
      <dgm:spPr/>
      <dgm:t>
        <a:bodyPr/>
        <a:lstStyle/>
        <a:p>
          <a:pPr>
            <a:defRPr b="1"/>
          </a:pPr>
          <a:r>
            <a:rPr lang="en-US" sz="1600"/>
            <a:t>Dependent</a:t>
          </a:r>
          <a:r>
            <a:rPr lang="en-US" sz="1800"/>
            <a:t> </a:t>
          </a:r>
          <a:r>
            <a:rPr lang="en-US" sz="1600"/>
            <a:t>on private funding</a:t>
          </a:r>
        </a:p>
      </dgm:t>
    </dgm:pt>
    <dgm:pt modelId="{4F18CCFE-8302-4DA1-9696-D653A4B2C2C7}" type="parTrans" cxnId="{730DA947-DA11-4168-A771-8F4A372FEE68}">
      <dgm:prSet/>
      <dgm:spPr/>
      <dgm:t>
        <a:bodyPr/>
        <a:lstStyle/>
        <a:p>
          <a:endParaRPr lang="en-US"/>
        </a:p>
      </dgm:t>
    </dgm:pt>
    <dgm:pt modelId="{5AD9DA35-4AA2-4DD7-8E87-A0D8B5E140D9}" type="sibTrans" cxnId="{730DA947-DA11-4168-A771-8F4A372FEE68}">
      <dgm:prSet/>
      <dgm:spPr/>
      <dgm:t>
        <a:bodyPr/>
        <a:lstStyle/>
        <a:p>
          <a:endParaRPr lang="en-US"/>
        </a:p>
      </dgm:t>
    </dgm:pt>
    <dgm:pt modelId="{96242D62-277E-4A70-B417-E4C9EED80E42}">
      <dgm:prSet custT="1"/>
      <dgm:spPr/>
      <dgm:t>
        <a:bodyPr/>
        <a:lstStyle/>
        <a:p>
          <a:pPr>
            <a:defRPr b="1"/>
          </a:pPr>
          <a:r>
            <a:rPr lang="en-US" sz="1600"/>
            <a:t>Funders</a:t>
          </a:r>
        </a:p>
      </dgm:t>
    </dgm:pt>
    <dgm:pt modelId="{BB843747-0E9B-4D04-8F1F-8094231E4E69}" type="parTrans" cxnId="{FCE81D1C-0408-42D2-83D2-3F365A2BF99E}">
      <dgm:prSet/>
      <dgm:spPr/>
      <dgm:t>
        <a:bodyPr/>
        <a:lstStyle/>
        <a:p>
          <a:endParaRPr lang="en-US"/>
        </a:p>
      </dgm:t>
    </dgm:pt>
    <dgm:pt modelId="{5453C895-EB88-4C84-9607-239A26ED8FED}" type="sibTrans" cxnId="{FCE81D1C-0408-42D2-83D2-3F365A2BF99E}">
      <dgm:prSet/>
      <dgm:spPr/>
      <dgm:t>
        <a:bodyPr/>
        <a:lstStyle/>
        <a:p>
          <a:endParaRPr lang="en-US"/>
        </a:p>
      </dgm:t>
    </dgm:pt>
    <dgm:pt modelId="{C467E0C7-C0E6-4B1F-AA05-BE5752882AFF}">
      <dgm:prSet custT="1"/>
      <dgm:spPr/>
      <dgm:t>
        <a:bodyPr/>
        <a:lstStyle/>
        <a:p>
          <a:r>
            <a:rPr lang="en-US" sz="1500"/>
            <a:t>Fundraising is private donation</a:t>
          </a:r>
        </a:p>
      </dgm:t>
    </dgm:pt>
    <dgm:pt modelId="{B5379FED-DD30-4F5B-ABCA-83B16C49C23D}" type="parTrans" cxnId="{84330FE6-2574-4352-8EDB-E73E1AFEF1BB}">
      <dgm:prSet/>
      <dgm:spPr/>
      <dgm:t>
        <a:bodyPr/>
        <a:lstStyle/>
        <a:p>
          <a:endParaRPr lang="en-US"/>
        </a:p>
      </dgm:t>
    </dgm:pt>
    <dgm:pt modelId="{23790F2E-583A-4C29-B9AA-F231E57AE166}" type="sibTrans" cxnId="{84330FE6-2574-4352-8EDB-E73E1AFEF1BB}">
      <dgm:prSet/>
      <dgm:spPr/>
      <dgm:t>
        <a:bodyPr/>
        <a:lstStyle/>
        <a:p>
          <a:endParaRPr lang="en-US"/>
        </a:p>
      </dgm:t>
    </dgm:pt>
    <dgm:pt modelId="{25F1526F-6662-4A44-9E46-025EFC1CA3AB}">
      <dgm:prSet custT="1"/>
      <dgm:spPr/>
      <dgm:t>
        <a:bodyPr/>
        <a:lstStyle/>
        <a:p>
          <a:r>
            <a:rPr lang="en-US" sz="1500"/>
            <a:t>Grant funding</a:t>
          </a:r>
        </a:p>
      </dgm:t>
    </dgm:pt>
    <dgm:pt modelId="{F425E47A-AB5A-4860-AF92-319822A445EA}" type="parTrans" cxnId="{7DD15464-637F-4346-9F6F-968D8D80BF5A}">
      <dgm:prSet/>
      <dgm:spPr/>
      <dgm:t>
        <a:bodyPr/>
        <a:lstStyle/>
        <a:p>
          <a:endParaRPr lang="en-US"/>
        </a:p>
      </dgm:t>
    </dgm:pt>
    <dgm:pt modelId="{682A2A44-3BDB-4E3A-A438-D45BDFE11E2E}" type="sibTrans" cxnId="{7DD15464-637F-4346-9F6F-968D8D80BF5A}">
      <dgm:prSet/>
      <dgm:spPr/>
      <dgm:t>
        <a:bodyPr/>
        <a:lstStyle/>
        <a:p>
          <a:endParaRPr lang="en-US"/>
        </a:p>
      </dgm:t>
    </dgm:pt>
    <dgm:pt modelId="{285653F2-AF93-41FC-BF9B-BAFCC22E8BD7}">
      <dgm:prSet custT="1"/>
      <dgm:spPr/>
      <dgm:t>
        <a:bodyPr/>
        <a:lstStyle/>
        <a:p>
          <a:r>
            <a:rPr lang="en-US" sz="1500"/>
            <a:t>Various founding with organizations</a:t>
          </a:r>
        </a:p>
      </dgm:t>
    </dgm:pt>
    <dgm:pt modelId="{39BAB129-FA44-4209-8BE6-AD4E07CC6700}" type="parTrans" cxnId="{A027B3F7-8E75-4035-91F5-89745C23A1E5}">
      <dgm:prSet/>
      <dgm:spPr/>
      <dgm:t>
        <a:bodyPr/>
        <a:lstStyle/>
        <a:p>
          <a:endParaRPr lang="en-US"/>
        </a:p>
      </dgm:t>
    </dgm:pt>
    <dgm:pt modelId="{2953788E-E5F5-46AD-8C11-7AB0D08E9769}" type="sibTrans" cxnId="{A027B3F7-8E75-4035-91F5-89745C23A1E5}">
      <dgm:prSet/>
      <dgm:spPr/>
      <dgm:t>
        <a:bodyPr/>
        <a:lstStyle/>
        <a:p>
          <a:endParaRPr lang="en-US"/>
        </a:p>
      </dgm:t>
    </dgm:pt>
    <dgm:pt modelId="{20D00F01-3ABF-492B-96DC-92EA00E76747}">
      <dgm:prSet custT="1"/>
      <dgm:spPr/>
      <dgm:t>
        <a:bodyPr/>
        <a:lstStyle/>
        <a:p>
          <a:pPr>
            <a:defRPr b="1"/>
          </a:pPr>
          <a:r>
            <a:rPr lang="en-US" sz="1600"/>
            <a:t>Henson Center, Henson Foundation</a:t>
          </a:r>
        </a:p>
      </dgm:t>
    </dgm:pt>
    <dgm:pt modelId="{67EAFF59-239A-41A0-82E3-10ABF60EFF26}" type="parTrans" cxnId="{B65A81CC-778B-4FA6-86E5-9F3481CDBB37}">
      <dgm:prSet/>
      <dgm:spPr/>
      <dgm:t>
        <a:bodyPr/>
        <a:lstStyle/>
        <a:p>
          <a:endParaRPr lang="en-US"/>
        </a:p>
      </dgm:t>
    </dgm:pt>
    <dgm:pt modelId="{72A2622E-37D6-494F-8E77-28A836B2EF9F}" type="sibTrans" cxnId="{B65A81CC-778B-4FA6-86E5-9F3481CDBB37}">
      <dgm:prSet/>
      <dgm:spPr/>
      <dgm:t>
        <a:bodyPr/>
        <a:lstStyle/>
        <a:p>
          <a:endParaRPr lang="en-US"/>
        </a:p>
      </dgm:t>
    </dgm:pt>
    <dgm:pt modelId="{F3BE736B-5FE0-49F5-9E30-2A9BB2203BE8}">
      <dgm:prSet custT="1"/>
      <dgm:spPr/>
      <dgm:t>
        <a:bodyPr/>
        <a:lstStyle/>
        <a:p>
          <a:pPr>
            <a:defRPr b="1"/>
          </a:pPr>
          <a:r>
            <a:rPr lang="en-US" sz="1600"/>
            <a:t>Perdue School of Business</a:t>
          </a:r>
        </a:p>
      </dgm:t>
    </dgm:pt>
    <dgm:pt modelId="{129EF0BB-406B-492C-8F24-F3E25C9F87D7}" type="parTrans" cxnId="{FBB7772E-1B14-4E5B-B193-90CAAB3E44CD}">
      <dgm:prSet/>
      <dgm:spPr/>
      <dgm:t>
        <a:bodyPr/>
        <a:lstStyle/>
        <a:p>
          <a:endParaRPr lang="en-US"/>
        </a:p>
      </dgm:t>
    </dgm:pt>
    <dgm:pt modelId="{302554DC-10EB-46F7-8D74-2D7CBB7146DE}" type="sibTrans" cxnId="{FBB7772E-1B14-4E5B-B193-90CAAB3E44CD}">
      <dgm:prSet/>
      <dgm:spPr/>
      <dgm:t>
        <a:bodyPr/>
        <a:lstStyle/>
        <a:p>
          <a:endParaRPr lang="en-US"/>
        </a:p>
      </dgm:t>
    </dgm:pt>
    <dgm:pt modelId="{0330F194-880A-44D2-A615-ACA81DA8A010}">
      <dgm:prSet custT="1"/>
      <dgm:spPr/>
      <dgm:t>
        <a:bodyPr/>
        <a:lstStyle/>
        <a:p>
          <a:pPr>
            <a:defRPr b="1"/>
          </a:pPr>
          <a:r>
            <a:rPr lang="en-US" sz="1600"/>
            <a:t>Community Foundation of the eastern Shore</a:t>
          </a:r>
        </a:p>
        <a:p>
          <a:pPr>
            <a:defRPr b="1"/>
          </a:pPr>
          <a:endParaRPr lang="en-US" sz="1400"/>
        </a:p>
      </dgm:t>
    </dgm:pt>
    <dgm:pt modelId="{0DB6A12D-68D8-425F-B21B-265FCE5F0F54}" type="parTrans" cxnId="{D3B0D69A-8911-4F13-A61A-F314F3497EC9}">
      <dgm:prSet/>
      <dgm:spPr/>
      <dgm:t>
        <a:bodyPr/>
        <a:lstStyle/>
        <a:p>
          <a:endParaRPr lang="en-US"/>
        </a:p>
      </dgm:t>
    </dgm:pt>
    <dgm:pt modelId="{088F2774-C07C-4D4C-B4C9-E2430278B3D5}" type="sibTrans" cxnId="{D3B0D69A-8911-4F13-A61A-F314F3497EC9}">
      <dgm:prSet/>
      <dgm:spPr/>
      <dgm:t>
        <a:bodyPr/>
        <a:lstStyle/>
        <a:p>
          <a:endParaRPr lang="en-US"/>
        </a:p>
      </dgm:t>
    </dgm:pt>
    <dgm:pt modelId="{36C98347-9D13-4691-AF2D-1440A0E7EECA}">
      <dgm:prSet custT="1"/>
      <dgm:spPr/>
      <dgm:t>
        <a:bodyPr/>
        <a:lstStyle/>
        <a:p>
          <a:pPr>
            <a:defRPr b="1"/>
          </a:pPr>
          <a:r>
            <a:rPr lang="en-US" sz="1600"/>
            <a:t>Faithful group of monthly supporters, who give on monthly basis </a:t>
          </a:r>
        </a:p>
      </dgm:t>
    </dgm:pt>
    <dgm:pt modelId="{3498A45D-CDCC-4AF4-B042-837D6BD5B29F}" type="parTrans" cxnId="{C2D6E341-7667-4214-BD06-D5C8B2E3DDCE}">
      <dgm:prSet/>
      <dgm:spPr/>
      <dgm:t>
        <a:bodyPr/>
        <a:lstStyle/>
        <a:p>
          <a:endParaRPr lang="en-US"/>
        </a:p>
      </dgm:t>
    </dgm:pt>
    <dgm:pt modelId="{7243F320-3D28-4FCC-B2CB-D2D9E0CBC961}" type="sibTrans" cxnId="{C2D6E341-7667-4214-BD06-D5C8B2E3DDCE}">
      <dgm:prSet/>
      <dgm:spPr/>
      <dgm:t>
        <a:bodyPr/>
        <a:lstStyle/>
        <a:p>
          <a:endParaRPr lang="en-US"/>
        </a:p>
      </dgm:t>
    </dgm:pt>
    <dgm:pt modelId="{4756AAF4-672F-4C3F-8EAF-84E70EDD82EB}" type="pres">
      <dgm:prSet presAssocID="{82244AB9-540E-444C-8364-7BE39E373E61}" presName="root" presStyleCnt="0">
        <dgm:presLayoutVars>
          <dgm:dir/>
          <dgm:resizeHandles val="exact"/>
        </dgm:presLayoutVars>
      </dgm:prSet>
      <dgm:spPr/>
    </dgm:pt>
    <dgm:pt modelId="{50A5AA33-41C3-4323-A0AE-F7FA87796DE6}" type="pres">
      <dgm:prSet presAssocID="{45FB9628-82DF-465B-929C-74C12AE8AA8C}" presName="compNode" presStyleCnt="0"/>
      <dgm:spPr/>
    </dgm:pt>
    <dgm:pt modelId="{35239648-3989-4561-97CE-ECCD795D3978}" type="pres">
      <dgm:prSet presAssocID="{45FB9628-82DF-465B-929C-74C12AE8AA8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BB5360B1-C5B0-4D20-AECF-3B02DBA2C932}" type="pres">
      <dgm:prSet presAssocID="{45FB9628-82DF-465B-929C-74C12AE8AA8C}" presName="iconSpace" presStyleCnt="0"/>
      <dgm:spPr/>
    </dgm:pt>
    <dgm:pt modelId="{1A8904F3-A341-4B58-A4BE-B24E29E13037}" type="pres">
      <dgm:prSet presAssocID="{45FB9628-82DF-465B-929C-74C12AE8AA8C}" presName="parTx" presStyleLbl="revTx" presStyleIdx="0" presStyleCnt="12" custScaleX="137341">
        <dgm:presLayoutVars>
          <dgm:chMax val="0"/>
          <dgm:chPref val="0"/>
        </dgm:presLayoutVars>
      </dgm:prSet>
      <dgm:spPr/>
    </dgm:pt>
    <dgm:pt modelId="{86087D78-F2A2-467C-94A7-31E5C8E3DCD8}" type="pres">
      <dgm:prSet presAssocID="{45FB9628-82DF-465B-929C-74C12AE8AA8C}" presName="txSpace" presStyleCnt="0"/>
      <dgm:spPr/>
    </dgm:pt>
    <dgm:pt modelId="{6DEDDDC7-6583-458D-B74E-B7FADE6B42CE}" type="pres">
      <dgm:prSet presAssocID="{45FB9628-82DF-465B-929C-74C12AE8AA8C}" presName="desTx" presStyleLbl="revTx" presStyleIdx="1" presStyleCnt="12">
        <dgm:presLayoutVars/>
      </dgm:prSet>
      <dgm:spPr/>
    </dgm:pt>
    <dgm:pt modelId="{658CDF3F-292A-4E03-B582-D7A8C27C5EE2}" type="pres">
      <dgm:prSet presAssocID="{5AD9DA35-4AA2-4DD7-8E87-A0D8B5E140D9}" presName="sibTrans" presStyleCnt="0"/>
      <dgm:spPr/>
    </dgm:pt>
    <dgm:pt modelId="{9BB61D4F-2D5C-4738-9394-A5D38247004A}" type="pres">
      <dgm:prSet presAssocID="{96242D62-277E-4A70-B417-E4C9EED80E42}" presName="compNode" presStyleCnt="0"/>
      <dgm:spPr/>
    </dgm:pt>
    <dgm:pt modelId="{8804B928-2C6C-4E38-B32D-AB966A0F4D51}" type="pres">
      <dgm:prSet presAssocID="{96242D62-277E-4A70-B417-E4C9EED80E42}" presName="iconRect" presStyleLbl="node1" presStyleIdx="1" presStyleCnt="6" custLinFactNeighborX="-1986" custLinFactNeighborY="5473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ggy Bank"/>
        </a:ext>
      </dgm:extLst>
    </dgm:pt>
    <dgm:pt modelId="{786C191A-F100-4D6F-854F-FD72A63F6227}" type="pres">
      <dgm:prSet presAssocID="{96242D62-277E-4A70-B417-E4C9EED80E42}" presName="iconSpace" presStyleCnt="0"/>
      <dgm:spPr/>
    </dgm:pt>
    <dgm:pt modelId="{99B33E04-E3C8-4ED2-8341-BAE0301C69B6}" type="pres">
      <dgm:prSet presAssocID="{96242D62-277E-4A70-B417-E4C9EED80E42}" presName="parTx" presStyleLbl="revTx" presStyleIdx="2" presStyleCnt="12" custLinFactNeighborX="-2564" custLinFactNeighborY="37411">
        <dgm:presLayoutVars>
          <dgm:chMax val="0"/>
          <dgm:chPref val="0"/>
        </dgm:presLayoutVars>
      </dgm:prSet>
      <dgm:spPr/>
    </dgm:pt>
    <dgm:pt modelId="{0F1E0B36-BEAA-4283-B034-FF1363C7220B}" type="pres">
      <dgm:prSet presAssocID="{96242D62-277E-4A70-B417-E4C9EED80E42}" presName="txSpace" presStyleCnt="0"/>
      <dgm:spPr/>
    </dgm:pt>
    <dgm:pt modelId="{7C1423E1-18F8-46F0-9BF9-DA606F3DFCD4}" type="pres">
      <dgm:prSet presAssocID="{96242D62-277E-4A70-B417-E4C9EED80E42}" presName="desTx" presStyleLbl="revTx" presStyleIdx="3" presStyleCnt="12">
        <dgm:presLayoutVars/>
      </dgm:prSet>
      <dgm:spPr/>
    </dgm:pt>
    <dgm:pt modelId="{AB247D13-D8CB-4E70-AE97-DF675B70C8FD}" type="pres">
      <dgm:prSet presAssocID="{5453C895-EB88-4C84-9607-239A26ED8FED}" presName="sibTrans" presStyleCnt="0"/>
      <dgm:spPr/>
    </dgm:pt>
    <dgm:pt modelId="{BA013E55-711D-41FF-A6F6-ADF5936D1DCA}" type="pres">
      <dgm:prSet presAssocID="{20D00F01-3ABF-492B-96DC-92EA00E76747}" presName="compNode" presStyleCnt="0"/>
      <dgm:spPr/>
    </dgm:pt>
    <dgm:pt modelId="{27ECFBDC-1400-4EFD-8F97-2B8710C065F7}" type="pres">
      <dgm:prSet presAssocID="{20D00F01-3ABF-492B-96DC-92EA00E76747}" presName="iconRect" presStyleLbl="node1" presStyleIdx="2" presStyleCnt="6" custLinFactNeighborX="-3973" custLinFactNeighborY="3884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er"/>
        </a:ext>
      </dgm:extLst>
    </dgm:pt>
    <dgm:pt modelId="{B6AB63C4-2D21-42DF-801A-18DF57A46D3A}" type="pres">
      <dgm:prSet presAssocID="{20D00F01-3ABF-492B-96DC-92EA00E76747}" presName="iconSpace" presStyleCnt="0"/>
      <dgm:spPr/>
    </dgm:pt>
    <dgm:pt modelId="{01CB52FD-2C94-470D-BC0D-EFDD4265447D}" type="pres">
      <dgm:prSet presAssocID="{20D00F01-3ABF-492B-96DC-92EA00E76747}" presName="parTx" presStyleLbl="revTx" presStyleIdx="4" presStyleCnt="12" custLinFactNeighborY="23489">
        <dgm:presLayoutVars>
          <dgm:chMax val="0"/>
          <dgm:chPref val="0"/>
        </dgm:presLayoutVars>
      </dgm:prSet>
      <dgm:spPr/>
    </dgm:pt>
    <dgm:pt modelId="{1F6358E9-8142-4C0F-BC11-CDEA76B515AC}" type="pres">
      <dgm:prSet presAssocID="{20D00F01-3ABF-492B-96DC-92EA00E76747}" presName="txSpace" presStyleCnt="0"/>
      <dgm:spPr/>
    </dgm:pt>
    <dgm:pt modelId="{783CC926-DE34-495A-B20A-5BA027375A46}" type="pres">
      <dgm:prSet presAssocID="{20D00F01-3ABF-492B-96DC-92EA00E76747}" presName="desTx" presStyleLbl="revTx" presStyleIdx="5" presStyleCnt="12">
        <dgm:presLayoutVars/>
      </dgm:prSet>
      <dgm:spPr/>
    </dgm:pt>
    <dgm:pt modelId="{4C89575B-F994-479C-A02F-411F0CE2DFE4}" type="pres">
      <dgm:prSet presAssocID="{72A2622E-37D6-494F-8E77-28A836B2EF9F}" presName="sibTrans" presStyleCnt="0"/>
      <dgm:spPr/>
    </dgm:pt>
    <dgm:pt modelId="{913B89D4-59DB-466E-9609-DD3F715E353D}" type="pres">
      <dgm:prSet presAssocID="{F3BE736B-5FE0-49F5-9E30-2A9BB2203BE8}" presName="compNode" presStyleCnt="0"/>
      <dgm:spPr/>
    </dgm:pt>
    <dgm:pt modelId="{C46D5787-2976-47E4-BD10-456628FF16D2}" type="pres">
      <dgm:prSet presAssocID="{F3BE736B-5FE0-49F5-9E30-2A9BB2203BE8}" presName="iconRect" presStyleLbl="node1" presStyleIdx="3" presStyleCnt="6" custLinFactNeighborX="-3973" custLinFactNeighborY="2781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hoolhouse"/>
        </a:ext>
      </dgm:extLst>
    </dgm:pt>
    <dgm:pt modelId="{2B72F340-98B0-4094-92FD-3CA685C21C15}" type="pres">
      <dgm:prSet presAssocID="{F3BE736B-5FE0-49F5-9E30-2A9BB2203BE8}" presName="iconSpace" presStyleCnt="0"/>
      <dgm:spPr/>
    </dgm:pt>
    <dgm:pt modelId="{AEDB6ED7-B951-40B6-B0ED-D55DCFCD697E}" type="pres">
      <dgm:prSet presAssocID="{F3BE736B-5FE0-49F5-9E30-2A9BB2203BE8}" presName="parTx" presStyleLbl="revTx" presStyleIdx="6" presStyleCnt="12" custLinFactNeighborX="-695" custLinFactNeighborY="15879">
        <dgm:presLayoutVars>
          <dgm:chMax val="0"/>
          <dgm:chPref val="0"/>
        </dgm:presLayoutVars>
      </dgm:prSet>
      <dgm:spPr/>
    </dgm:pt>
    <dgm:pt modelId="{276178BC-7AF4-4F32-8BDD-3E9409D81884}" type="pres">
      <dgm:prSet presAssocID="{F3BE736B-5FE0-49F5-9E30-2A9BB2203BE8}" presName="txSpace" presStyleCnt="0"/>
      <dgm:spPr/>
    </dgm:pt>
    <dgm:pt modelId="{CADEE8F9-3FB9-4403-BD2F-EA7F559A9018}" type="pres">
      <dgm:prSet presAssocID="{F3BE736B-5FE0-49F5-9E30-2A9BB2203BE8}" presName="desTx" presStyleLbl="revTx" presStyleIdx="7" presStyleCnt="12">
        <dgm:presLayoutVars/>
      </dgm:prSet>
      <dgm:spPr/>
    </dgm:pt>
    <dgm:pt modelId="{4BA73253-AB35-4B07-9DFC-147D1298BBC8}" type="pres">
      <dgm:prSet presAssocID="{302554DC-10EB-46F7-8D74-2D7CBB7146DE}" presName="sibTrans" presStyleCnt="0"/>
      <dgm:spPr/>
    </dgm:pt>
    <dgm:pt modelId="{02AB7F16-4D6C-4596-BDDC-98C0D062989C}" type="pres">
      <dgm:prSet presAssocID="{0330F194-880A-44D2-A615-ACA81DA8A010}" presName="compNode" presStyleCnt="0"/>
      <dgm:spPr/>
    </dgm:pt>
    <dgm:pt modelId="{22E1D03D-0BB7-4235-ABEB-EF4AC0D3E7BE}" type="pres">
      <dgm:prSet presAssocID="{0330F194-880A-44D2-A615-ACA81DA8A010}" presName="iconRect" presStyleLbl="node1" presStyleIdx="4" presStyleCnt="6" custLinFactNeighborX="-1986" custLinFactNeighborY="2582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roup"/>
        </a:ext>
      </dgm:extLst>
    </dgm:pt>
    <dgm:pt modelId="{D8292FF8-7617-43FE-8519-1B718559B0D8}" type="pres">
      <dgm:prSet presAssocID="{0330F194-880A-44D2-A615-ACA81DA8A010}" presName="iconSpace" presStyleCnt="0"/>
      <dgm:spPr/>
    </dgm:pt>
    <dgm:pt modelId="{352C1F6F-7738-4398-9D7A-2985A290FA4D}" type="pres">
      <dgm:prSet presAssocID="{0330F194-880A-44D2-A615-ACA81DA8A010}" presName="parTx" presStyleLbl="revTx" presStyleIdx="8" presStyleCnt="12" custLinFactNeighborX="1391" custLinFactNeighborY="15879">
        <dgm:presLayoutVars>
          <dgm:chMax val="0"/>
          <dgm:chPref val="0"/>
        </dgm:presLayoutVars>
      </dgm:prSet>
      <dgm:spPr/>
    </dgm:pt>
    <dgm:pt modelId="{01F9AFBE-2AFB-46EB-B496-FB89F5BDE7FA}" type="pres">
      <dgm:prSet presAssocID="{0330F194-880A-44D2-A615-ACA81DA8A010}" presName="txSpace" presStyleCnt="0"/>
      <dgm:spPr/>
    </dgm:pt>
    <dgm:pt modelId="{F0F032E3-A4B0-48B8-A9C6-45CE470116DD}" type="pres">
      <dgm:prSet presAssocID="{0330F194-880A-44D2-A615-ACA81DA8A010}" presName="desTx" presStyleLbl="revTx" presStyleIdx="9" presStyleCnt="12">
        <dgm:presLayoutVars/>
      </dgm:prSet>
      <dgm:spPr/>
    </dgm:pt>
    <dgm:pt modelId="{DDF89DE9-3C63-4052-96BE-6B1731D0B3BF}" type="pres">
      <dgm:prSet presAssocID="{088F2774-C07C-4D4C-B4C9-E2430278B3D5}" presName="sibTrans" presStyleCnt="0"/>
      <dgm:spPr/>
    </dgm:pt>
    <dgm:pt modelId="{7938219C-C21F-4225-BECC-863899710992}" type="pres">
      <dgm:prSet presAssocID="{36C98347-9D13-4691-AF2D-1440A0E7EECA}" presName="compNode" presStyleCnt="0"/>
      <dgm:spPr/>
    </dgm:pt>
    <dgm:pt modelId="{F00392B4-9707-4A59-AA73-6E744E72FC41}" type="pres">
      <dgm:prSet presAssocID="{36C98347-9D13-4691-AF2D-1440A0E7EECA}" presName="iconRect" presStyleLbl="node1" presStyleIdx="5" presStyleCnt="6" custLinFactNeighborX="3973" custLinFactNeighborY="3575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rketing"/>
        </a:ext>
      </dgm:extLst>
    </dgm:pt>
    <dgm:pt modelId="{D24FCF4B-0108-4849-96C8-2F9B4D3D7D81}" type="pres">
      <dgm:prSet presAssocID="{36C98347-9D13-4691-AF2D-1440A0E7EECA}" presName="iconSpace" presStyleCnt="0"/>
      <dgm:spPr/>
    </dgm:pt>
    <dgm:pt modelId="{F3CED953-04C4-43C9-A360-EAB0C9A099F9}" type="pres">
      <dgm:prSet presAssocID="{36C98347-9D13-4691-AF2D-1440A0E7EECA}" presName="parTx" presStyleLbl="revTx" presStyleIdx="10" presStyleCnt="12" custLinFactNeighborX="55" custLinFactNeighborY="15879">
        <dgm:presLayoutVars>
          <dgm:chMax val="0"/>
          <dgm:chPref val="0"/>
        </dgm:presLayoutVars>
      </dgm:prSet>
      <dgm:spPr/>
    </dgm:pt>
    <dgm:pt modelId="{0492D182-A748-4C3E-B74B-38910CEAA4D7}" type="pres">
      <dgm:prSet presAssocID="{36C98347-9D13-4691-AF2D-1440A0E7EECA}" presName="txSpace" presStyleCnt="0"/>
      <dgm:spPr/>
    </dgm:pt>
    <dgm:pt modelId="{C1B2C840-19C8-45DE-8596-D0B2FC8CF5D2}" type="pres">
      <dgm:prSet presAssocID="{36C98347-9D13-4691-AF2D-1440A0E7EECA}" presName="desTx" presStyleLbl="revTx" presStyleIdx="11" presStyleCnt="12">
        <dgm:presLayoutVars/>
      </dgm:prSet>
      <dgm:spPr/>
    </dgm:pt>
  </dgm:ptLst>
  <dgm:cxnLst>
    <dgm:cxn modelId="{4A40520D-DA3E-48EE-B016-9E7D6F2EB563}" type="presOf" srcId="{F3BE736B-5FE0-49F5-9E30-2A9BB2203BE8}" destId="{AEDB6ED7-B951-40B6-B0ED-D55DCFCD697E}" srcOrd="0" destOrd="0" presId="urn:microsoft.com/office/officeart/2018/5/layout/CenteredIconLabelDescriptionList"/>
    <dgm:cxn modelId="{1E73AD10-2366-4511-815D-9BE84C6EF72C}" type="presOf" srcId="{C467E0C7-C0E6-4B1F-AA05-BE5752882AFF}" destId="{7C1423E1-18F8-46F0-9BF9-DA606F3DFCD4}" srcOrd="0" destOrd="0" presId="urn:microsoft.com/office/officeart/2018/5/layout/CenteredIconLabelDescriptionList"/>
    <dgm:cxn modelId="{97F3AC15-9569-4C7A-A764-168960DE5520}" type="presOf" srcId="{285653F2-AF93-41FC-BF9B-BAFCC22E8BD7}" destId="{7C1423E1-18F8-46F0-9BF9-DA606F3DFCD4}" srcOrd="0" destOrd="2" presId="urn:microsoft.com/office/officeart/2018/5/layout/CenteredIconLabelDescriptionList"/>
    <dgm:cxn modelId="{FCE81D1C-0408-42D2-83D2-3F365A2BF99E}" srcId="{82244AB9-540E-444C-8364-7BE39E373E61}" destId="{96242D62-277E-4A70-B417-E4C9EED80E42}" srcOrd="1" destOrd="0" parTransId="{BB843747-0E9B-4D04-8F1F-8094231E4E69}" sibTransId="{5453C895-EB88-4C84-9607-239A26ED8FED}"/>
    <dgm:cxn modelId="{FBB7772E-1B14-4E5B-B193-90CAAB3E44CD}" srcId="{82244AB9-540E-444C-8364-7BE39E373E61}" destId="{F3BE736B-5FE0-49F5-9E30-2A9BB2203BE8}" srcOrd="3" destOrd="0" parTransId="{129EF0BB-406B-492C-8F24-F3E25C9F87D7}" sibTransId="{302554DC-10EB-46F7-8D74-2D7CBB7146DE}"/>
    <dgm:cxn modelId="{39EF0D34-DC1E-4E26-A0F7-DEF908766650}" type="presOf" srcId="{96242D62-277E-4A70-B417-E4C9EED80E42}" destId="{99B33E04-E3C8-4ED2-8341-BAE0301C69B6}" srcOrd="0" destOrd="0" presId="urn:microsoft.com/office/officeart/2018/5/layout/CenteredIconLabelDescriptionList"/>
    <dgm:cxn modelId="{AA36B440-9BC0-48C9-B0F7-18F819010D9C}" type="presOf" srcId="{82244AB9-540E-444C-8364-7BE39E373E61}" destId="{4756AAF4-672F-4C3F-8EAF-84E70EDD82EB}" srcOrd="0" destOrd="0" presId="urn:microsoft.com/office/officeart/2018/5/layout/CenteredIconLabelDescriptionList"/>
    <dgm:cxn modelId="{C2D6E341-7667-4214-BD06-D5C8B2E3DDCE}" srcId="{82244AB9-540E-444C-8364-7BE39E373E61}" destId="{36C98347-9D13-4691-AF2D-1440A0E7EECA}" srcOrd="5" destOrd="0" parTransId="{3498A45D-CDCC-4AF4-B042-837D6BD5B29F}" sibTransId="{7243F320-3D28-4FCC-B2CB-D2D9E0CBC961}"/>
    <dgm:cxn modelId="{730DA947-DA11-4168-A771-8F4A372FEE68}" srcId="{82244AB9-540E-444C-8364-7BE39E373E61}" destId="{45FB9628-82DF-465B-929C-74C12AE8AA8C}" srcOrd="0" destOrd="0" parTransId="{4F18CCFE-8302-4DA1-9696-D653A4B2C2C7}" sibTransId="{5AD9DA35-4AA2-4DD7-8E87-A0D8B5E140D9}"/>
    <dgm:cxn modelId="{D9969851-ED6D-4506-8228-50F19255726D}" type="presOf" srcId="{20D00F01-3ABF-492B-96DC-92EA00E76747}" destId="{01CB52FD-2C94-470D-BC0D-EFDD4265447D}" srcOrd="0" destOrd="0" presId="urn:microsoft.com/office/officeart/2018/5/layout/CenteredIconLabelDescriptionList"/>
    <dgm:cxn modelId="{5C523E63-30B7-41BF-AF78-C379B7C932F6}" type="presOf" srcId="{36C98347-9D13-4691-AF2D-1440A0E7EECA}" destId="{F3CED953-04C4-43C9-A360-EAB0C9A099F9}" srcOrd="0" destOrd="0" presId="urn:microsoft.com/office/officeart/2018/5/layout/CenteredIconLabelDescriptionList"/>
    <dgm:cxn modelId="{7DD15464-637F-4346-9F6F-968D8D80BF5A}" srcId="{96242D62-277E-4A70-B417-E4C9EED80E42}" destId="{25F1526F-6662-4A44-9E46-025EFC1CA3AB}" srcOrd="1" destOrd="0" parTransId="{F425E47A-AB5A-4860-AF92-319822A445EA}" sibTransId="{682A2A44-3BDB-4E3A-A438-D45BDFE11E2E}"/>
    <dgm:cxn modelId="{D3B0D69A-8911-4F13-A61A-F314F3497EC9}" srcId="{82244AB9-540E-444C-8364-7BE39E373E61}" destId="{0330F194-880A-44D2-A615-ACA81DA8A010}" srcOrd="4" destOrd="0" parTransId="{0DB6A12D-68D8-425F-B21B-265FCE5F0F54}" sibTransId="{088F2774-C07C-4D4C-B4C9-E2430278B3D5}"/>
    <dgm:cxn modelId="{98B4A4A8-A500-4DBF-84F8-E1E2D88365DA}" type="presOf" srcId="{25F1526F-6662-4A44-9E46-025EFC1CA3AB}" destId="{7C1423E1-18F8-46F0-9BF9-DA606F3DFCD4}" srcOrd="0" destOrd="1" presId="urn:microsoft.com/office/officeart/2018/5/layout/CenteredIconLabelDescriptionList"/>
    <dgm:cxn modelId="{961A72C3-B8C9-4D85-A917-1E0A648DA24A}" type="presOf" srcId="{0330F194-880A-44D2-A615-ACA81DA8A010}" destId="{352C1F6F-7738-4398-9D7A-2985A290FA4D}" srcOrd="0" destOrd="0" presId="urn:microsoft.com/office/officeart/2018/5/layout/CenteredIconLabelDescriptionList"/>
    <dgm:cxn modelId="{B65A81CC-778B-4FA6-86E5-9F3481CDBB37}" srcId="{82244AB9-540E-444C-8364-7BE39E373E61}" destId="{20D00F01-3ABF-492B-96DC-92EA00E76747}" srcOrd="2" destOrd="0" parTransId="{67EAFF59-239A-41A0-82E3-10ABF60EFF26}" sibTransId="{72A2622E-37D6-494F-8E77-28A836B2EF9F}"/>
    <dgm:cxn modelId="{84330FE6-2574-4352-8EDB-E73E1AFEF1BB}" srcId="{96242D62-277E-4A70-B417-E4C9EED80E42}" destId="{C467E0C7-C0E6-4B1F-AA05-BE5752882AFF}" srcOrd="0" destOrd="0" parTransId="{B5379FED-DD30-4F5B-ABCA-83B16C49C23D}" sibTransId="{23790F2E-583A-4C29-B9AA-F231E57AE166}"/>
    <dgm:cxn modelId="{A027B3F7-8E75-4035-91F5-89745C23A1E5}" srcId="{96242D62-277E-4A70-B417-E4C9EED80E42}" destId="{285653F2-AF93-41FC-BF9B-BAFCC22E8BD7}" srcOrd="2" destOrd="0" parTransId="{39BAB129-FA44-4209-8BE6-AD4E07CC6700}" sibTransId="{2953788E-E5F5-46AD-8C11-7AB0D08E9769}"/>
    <dgm:cxn modelId="{93C159FC-5919-4921-8EB3-728A92CA07FD}" type="presOf" srcId="{45FB9628-82DF-465B-929C-74C12AE8AA8C}" destId="{1A8904F3-A341-4B58-A4BE-B24E29E13037}" srcOrd="0" destOrd="0" presId="urn:microsoft.com/office/officeart/2018/5/layout/CenteredIconLabelDescriptionList"/>
    <dgm:cxn modelId="{829150A5-9D9E-4B1B-B6B9-711750B57F43}" type="presParOf" srcId="{4756AAF4-672F-4C3F-8EAF-84E70EDD82EB}" destId="{50A5AA33-41C3-4323-A0AE-F7FA87796DE6}" srcOrd="0" destOrd="0" presId="urn:microsoft.com/office/officeart/2018/5/layout/CenteredIconLabelDescriptionList"/>
    <dgm:cxn modelId="{8F7EBB4F-CC26-4F62-A7B8-8A7EC8D81497}" type="presParOf" srcId="{50A5AA33-41C3-4323-A0AE-F7FA87796DE6}" destId="{35239648-3989-4561-97CE-ECCD795D3978}" srcOrd="0" destOrd="0" presId="urn:microsoft.com/office/officeart/2018/5/layout/CenteredIconLabelDescriptionList"/>
    <dgm:cxn modelId="{764AFDA3-FE65-49F8-975C-0EF492C7850D}" type="presParOf" srcId="{50A5AA33-41C3-4323-A0AE-F7FA87796DE6}" destId="{BB5360B1-C5B0-4D20-AECF-3B02DBA2C932}" srcOrd="1" destOrd="0" presId="urn:microsoft.com/office/officeart/2018/5/layout/CenteredIconLabelDescriptionList"/>
    <dgm:cxn modelId="{16D721A1-3D91-400D-9653-C2F7CDE07768}" type="presParOf" srcId="{50A5AA33-41C3-4323-A0AE-F7FA87796DE6}" destId="{1A8904F3-A341-4B58-A4BE-B24E29E13037}" srcOrd="2" destOrd="0" presId="urn:microsoft.com/office/officeart/2018/5/layout/CenteredIconLabelDescriptionList"/>
    <dgm:cxn modelId="{5F847355-CB74-44F2-B6A7-514D8BB9BA15}" type="presParOf" srcId="{50A5AA33-41C3-4323-A0AE-F7FA87796DE6}" destId="{86087D78-F2A2-467C-94A7-31E5C8E3DCD8}" srcOrd="3" destOrd="0" presId="urn:microsoft.com/office/officeart/2018/5/layout/CenteredIconLabelDescriptionList"/>
    <dgm:cxn modelId="{B042C290-E7E1-4DA6-B7B7-CB682CC9952C}" type="presParOf" srcId="{50A5AA33-41C3-4323-A0AE-F7FA87796DE6}" destId="{6DEDDDC7-6583-458D-B74E-B7FADE6B42CE}" srcOrd="4" destOrd="0" presId="urn:microsoft.com/office/officeart/2018/5/layout/CenteredIconLabelDescriptionList"/>
    <dgm:cxn modelId="{3391859B-59EB-481C-B8BE-55144BD1458B}" type="presParOf" srcId="{4756AAF4-672F-4C3F-8EAF-84E70EDD82EB}" destId="{658CDF3F-292A-4E03-B582-D7A8C27C5EE2}" srcOrd="1" destOrd="0" presId="urn:microsoft.com/office/officeart/2018/5/layout/CenteredIconLabelDescriptionList"/>
    <dgm:cxn modelId="{DD45C192-C527-493F-A5DA-CF830CB18A69}" type="presParOf" srcId="{4756AAF4-672F-4C3F-8EAF-84E70EDD82EB}" destId="{9BB61D4F-2D5C-4738-9394-A5D38247004A}" srcOrd="2" destOrd="0" presId="urn:microsoft.com/office/officeart/2018/5/layout/CenteredIconLabelDescriptionList"/>
    <dgm:cxn modelId="{5C76CB54-7822-4BEB-8C2A-B94DD2092087}" type="presParOf" srcId="{9BB61D4F-2D5C-4738-9394-A5D38247004A}" destId="{8804B928-2C6C-4E38-B32D-AB966A0F4D51}" srcOrd="0" destOrd="0" presId="urn:microsoft.com/office/officeart/2018/5/layout/CenteredIconLabelDescriptionList"/>
    <dgm:cxn modelId="{9BF8BF82-9BCE-4200-A692-060C4A8D7EF5}" type="presParOf" srcId="{9BB61D4F-2D5C-4738-9394-A5D38247004A}" destId="{786C191A-F100-4D6F-854F-FD72A63F6227}" srcOrd="1" destOrd="0" presId="urn:microsoft.com/office/officeart/2018/5/layout/CenteredIconLabelDescriptionList"/>
    <dgm:cxn modelId="{67895A00-E95B-477F-BDCF-43556EC885BF}" type="presParOf" srcId="{9BB61D4F-2D5C-4738-9394-A5D38247004A}" destId="{99B33E04-E3C8-4ED2-8341-BAE0301C69B6}" srcOrd="2" destOrd="0" presId="urn:microsoft.com/office/officeart/2018/5/layout/CenteredIconLabelDescriptionList"/>
    <dgm:cxn modelId="{B00ADAD4-089A-4D0A-A9BF-DFC0B549A577}" type="presParOf" srcId="{9BB61D4F-2D5C-4738-9394-A5D38247004A}" destId="{0F1E0B36-BEAA-4283-B034-FF1363C7220B}" srcOrd="3" destOrd="0" presId="urn:microsoft.com/office/officeart/2018/5/layout/CenteredIconLabelDescriptionList"/>
    <dgm:cxn modelId="{2C294689-F885-4558-B7B4-E80F81D5323E}" type="presParOf" srcId="{9BB61D4F-2D5C-4738-9394-A5D38247004A}" destId="{7C1423E1-18F8-46F0-9BF9-DA606F3DFCD4}" srcOrd="4" destOrd="0" presId="urn:microsoft.com/office/officeart/2018/5/layout/CenteredIconLabelDescriptionList"/>
    <dgm:cxn modelId="{89242467-713F-43E8-90EF-32EE25563DC5}" type="presParOf" srcId="{4756AAF4-672F-4C3F-8EAF-84E70EDD82EB}" destId="{AB247D13-D8CB-4E70-AE97-DF675B70C8FD}" srcOrd="3" destOrd="0" presId="urn:microsoft.com/office/officeart/2018/5/layout/CenteredIconLabelDescriptionList"/>
    <dgm:cxn modelId="{1AD79B95-19B7-465C-97FC-7E73547A79DC}" type="presParOf" srcId="{4756AAF4-672F-4C3F-8EAF-84E70EDD82EB}" destId="{BA013E55-711D-41FF-A6F6-ADF5936D1DCA}" srcOrd="4" destOrd="0" presId="urn:microsoft.com/office/officeart/2018/5/layout/CenteredIconLabelDescriptionList"/>
    <dgm:cxn modelId="{0306F8AE-2D92-4B04-838F-B0C7225F2121}" type="presParOf" srcId="{BA013E55-711D-41FF-A6F6-ADF5936D1DCA}" destId="{27ECFBDC-1400-4EFD-8F97-2B8710C065F7}" srcOrd="0" destOrd="0" presId="urn:microsoft.com/office/officeart/2018/5/layout/CenteredIconLabelDescriptionList"/>
    <dgm:cxn modelId="{7AA66C48-279E-404E-965A-648EFF944D24}" type="presParOf" srcId="{BA013E55-711D-41FF-A6F6-ADF5936D1DCA}" destId="{B6AB63C4-2D21-42DF-801A-18DF57A46D3A}" srcOrd="1" destOrd="0" presId="urn:microsoft.com/office/officeart/2018/5/layout/CenteredIconLabelDescriptionList"/>
    <dgm:cxn modelId="{F1AF0EE2-7033-4C53-9FBE-74BE7588B505}" type="presParOf" srcId="{BA013E55-711D-41FF-A6F6-ADF5936D1DCA}" destId="{01CB52FD-2C94-470D-BC0D-EFDD4265447D}" srcOrd="2" destOrd="0" presId="urn:microsoft.com/office/officeart/2018/5/layout/CenteredIconLabelDescriptionList"/>
    <dgm:cxn modelId="{CB73C113-7BE8-4F8A-8EC9-6C621AED4FD2}" type="presParOf" srcId="{BA013E55-711D-41FF-A6F6-ADF5936D1DCA}" destId="{1F6358E9-8142-4C0F-BC11-CDEA76B515AC}" srcOrd="3" destOrd="0" presId="urn:microsoft.com/office/officeart/2018/5/layout/CenteredIconLabelDescriptionList"/>
    <dgm:cxn modelId="{176BB6EC-9DC2-49A1-B4B4-600B7D9D3320}" type="presParOf" srcId="{BA013E55-711D-41FF-A6F6-ADF5936D1DCA}" destId="{783CC926-DE34-495A-B20A-5BA027375A46}" srcOrd="4" destOrd="0" presId="urn:microsoft.com/office/officeart/2018/5/layout/CenteredIconLabelDescriptionList"/>
    <dgm:cxn modelId="{1E1CD6DA-66FF-4F7F-BD85-E5617CE99E47}" type="presParOf" srcId="{4756AAF4-672F-4C3F-8EAF-84E70EDD82EB}" destId="{4C89575B-F994-479C-A02F-411F0CE2DFE4}" srcOrd="5" destOrd="0" presId="urn:microsoft.com/office/officeart/2018/5/layout/CenteredIconLabelDescriptionList"/>
    <dgm:cxn modelId="{D8E0A170-4692-4B81-9961-D373543EBE2B}" type="presParOf" srcId="{4756AAF4-672F-4C3F-8EAF-84E70EDD82EB}" destId="{913B89D4-59DB-466E-9609-DD3F715E353D}" srcOrd="6" destOrd="0" presId="urn:microsoft.com/office/officeart/2018/5/layout/CenteredIconLabelDescriptionList"/>
    <dgm:cxn modelId="{AA2AB32F-350B-44DD-9E64-BB5165650C77}" type="presParOf" srcId="{913B89D4-59DB-466E-9609-DD3F715E353D}" destId="{C46D5787-2976-47E4-BD10-456628FF16D2}" srcOrd="0" destOrd="0" presId="urn:microsoft.com/office/officeart/2018/5/layout/CenteredIconLabelDescriptionList"/>
    <dgm:cxn modelId="{3A1F0A67-6A72-4C7B-85B0-CB2BF37FC84C}" type="presParOf" srcId="{913B89D4-59DB-466E-9609-DD3F715E353D}" destId="{2B72F340-98B0-4094-92FD-3CA685C21C15}" srcOrd="1" destOrd="0" presId="urn:microsoft.com/office/officeart/2018/5/layout/CenteredIconLabelDescriptionList"/>
    <dgm:cxn modelId="{17FF90AC-FDE8-461F-B6F7-8DC9565069E4}" type="presParOf" srcId="{913B89D4-59DB-466E-9609-DD3F715E353D}" destId="{AEDB6ED7-B951-40B6-B0ED-D55DCFCD697E}" srcOrd="2" destOrd="0" presId="urn:microsoft.com/office/officeart/2018/5/layout/CenteredIconLabelDescriptionList"/>
    <dgm:cxn modelId="{58555391-2C66-482B-93A1-F7956415F7E9}" type="presParOf" srcId="{913B89D4-59DB-466E-9609-DD3F715E353D}" destId="{276178BC-7AF4-4F32-8BDD-3E9409D81884}" srcOrd="3" destOrd="0" presId="urn:microsoft.com/office/officeart/2018/5/layout/CenteredIconLabelDescriptionList"/>
    <dgm:cxn modelId="{2CDBFA3F-A500-4132-AB78-1B3107E01D2A}" type="presParOf" srcId="{913B89D4-59DB-466E-9609-DD3F715E353D}" destId="{CADEE8F9-3FB9-4403-BD2F-EA7F559A9018}" srcOrd="4" destOrd="0" presId="urn:microsoft.com/office/officeart/2018/5/layout/CenteredIconLabelDescriptionList"/>
    <dgm:cxn modelId="{34774A36-848E-4D0E-BF05-46B34DBD0F85}" type="presParOf" srcId="{4756AAF4-672F-4C3F-8EAF-84E70EDD82EB}" destId="{4BA73253-AB35-4B07-9DFC-147D1298BBC8}" srcOrd="7" destOrd="0" presId="urn:microsoft.com/office/officeart/2018/5/layout/CenteredIconLabelDescriptionList"/>
    <dgm:cxn modelId="{A31405B0-A9F7-4079-B321-50830C2FD42C}" type="presParOf" srcId="{4756AAF4-672F-4C3F-8EAF-84E70EDD82EB}" destId="{02AB7F16-4D6C-4596-BDDC-98C0D062989C}" srcOrd="8" destOrd="0" presId="urn:microsoft.com/office/officeart/2018/5/layout/CenteredIconLabelDescriptionList"/>
    <dgm:cxn modelId="{8B6E1D34-4146-47CE-960F-49531FE176EF}" type="presParOf" srcId="{02AB7F16-4D6C-4596-BDDC-98C0D062989C}" destId="{22E1D03D-0BB7-4235-ABEB-EF4AC0D3E7BE}" srcOrd="0" destOrd="0" presId="urn:microsoft.com/office/officeart/2018/5/layout/CenteredIconLabelDescriptionList"/>
    <dgm:cxn modelId="{886F83FE-50F3-420C-93C0-66E30811CF08}" type="presParOf" srcId="{02AB7F16-4D6C-4596-BDDC-98C0D062989C}" destId="{D8292FF8-7617-43FE-8519-1B718559B0D8}" srcOrd="1" destOrd="0" presId="urn:microsoft.com/office/officeart/2018/5/layout/CenteredIconLabelDescriptionList"/>
    <dgm:cxn modelId="{8863A2C1-9264-4088-8927-08F1422FA517}" type="presParOf" srcId="{02AB7F16-4D6C-4596-BDDC-98C0D062989C}" destId="{352C1F6F-7738-4398-9D7A-2985A290FA4D}" srcOrd="2" destOrd="0" presId="urn:microsoft.com/office/officeart/2018/5/layout/CenteredIconLabelDescriptionList"/>
    <dgm:cxn modelId="{8E19980E-15B2-4E78-B518-B3A9BB99508A}" type="presParOf" srcId="{02AB7F16-4D6C-4596-BDDC-98C0D062989C}" destId="{01F9AFBE-2AFB-46EB-B496-FB89F5BDE7FA}" srcOrd="3" destOrd="0" presId="urn:microsoft.com/office/officeart/2018/5/layout/CenteredIconLabelDescriptionList"/>
    <dgm:cxn modelId="{D7979726-B585-4860-9911-032FD8966848}" type="presParOf" srcId="{02AB7F16-4D6C-4596-BDDC-98C0D062989C}" destId="{F0F032E3-A4B0-48B8-A9C6-45CE470116DD}" srcOrd="4" destOrd="0" presId="urn:microsoft.com/office/officeart/2018/5/layout/CenteredIconLabelDescriptionList"/>
    <dgm:cxn modelId="{00D8CF76-9E70-451D-A944-2D34C5DBC029}" type="presParOf" srcId="{4756AAF4-672F-4C3F-8EAF-84E70EDD82EB}" destId="{DDF89DE9-3C63-4052-96BE-6B1731D0B3BF}" srcOrd="9" destOrd="0" presId="urn:microsoft.com/office/officeart/2018/5/layout/CenteredIconLabelDescriptionList"/>
    <dgm:cxn modelId="{2BB10AC7-FB77-42B1-BBDB-9ECDE6E750D2}" type="presParOf" srcId="{4756AAF4-672F-4C3F-8EAF-84E70EDD82EB}" destId="{7938219C-C21F-4225-BECC-863899710992}" srcOrd="10" destOrd="0" presId="urn:microsoft.com/office/officeart/2018/5/layout/CenteredIconLabelDescriptionList"/>
    <dgm:cxn modelId="{86A424AA-CB68-42CF-A975-9660352470A3}" type="presParOf" srcId="{7938219C-C21F-4225-BECC-863899710992}" destId="{F00392B4-9707-4A59-AA73-6E744E72FC41}" srcOrd="0" destOrd="0" presId="urn:microsoft.com/office/officeart/2018/5/layout/CenteredIconLabelDescriptionList"/>
    <dgm:cxn modelId="{ED79FFA2-C2E5-4D9A-B009-9CA50CB7C607}" type="presParOf" srcId="{7938219C-C21F-4225-BECC-863899710992}" destId="{D24FCF4B-0108-4849-96C8-2F9B4D3D7D81}" srcOrd="1" destOrd="0" presId="urn:microsoft.com/office/officeart/2018/5/layout/CenteredIconLabelDescriptionList"/>
    <dgm:cxn modelId="{57E5B06F-5C47-4F26-A97D-3BE8CA73CAA7}" type="presParOf" srcId="{7938219C-C21F-4225-BECC-863899710992}" destId="{F3CED953-04C4-43C9-A360-EAB0C9A099F9}" srcOrd="2" destOrd="0" presId="urn:microsoft.com/office/officeart/2018/5/layout/CenteredIconLabelDescriptionList"/>
    <dgm:cxn modelId="{A8AAADF9-06CD-4792-BFA0-0CC3E76C7DDE}" type="presParOf" srcId="{7938219C-C21F-4225-BECC-863899710992}" destId="{0492D182-A748-4C3E-B74B-38910CEAA4D7}" srcOrd="3" destOrd="0" presId="urn:microsoft.com/office/officeart/2018/5/layout/CenteredIconLabelDescriptionList"/>
    <dgm:cxn modelId="{51C743C9-CBD4-4CF2-A963-EEBC4A5ADE2A}" type="presParOf" srcId="{7938219C-C21F-4225-BECC-863899710992}" destId="{C1B2C840-19C8-45DE-8596-D0B2FC8CF5D2}"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B90674-F66F-4086-86DF-392FDFEBD49A}" type="doc">
      <dgm:prSet loTypeId="urn:microsoft.com/office/officeart/2016/7/layout/BasicTimeline" loCatId="process" qsTypeId="urn:microsoft.com/office/officeart/2005/8/quickstyle/simple1" qsCatId="simple" csTypeId="urn:microsoft.com/office/officeart/2005/8/colors/colorful2" csCatId="colorful" phldr="1"/>
      <dgm:spPr/>
      <dgm:t>
        <a:bodyPr/>
        <a:lstStyle/>
        <a:p>
          <a:endParaRPr lang="en-US"/>
        </a:p>
      </dgm:t>
    </dgm:pt>
    <dgm:pt modelId="{7AD0E5E4-AED8-4696-B74E-0ED9C81C9D1C}">
      <dgm:prSet/>
      <dgm:spPr/>
      <dgm:t>
        <a:bodyPr/>
        <a:lstStyle/>
        <a:p>
          <a:pPr>
            <a:defRPr b="1"/>
          </a:pPr>
          <a:r>
            <a:rPr lang="en-US"/>
            <a:t>2021</a:t>
          </a:r>
        </a:p>
      </dgm:t>
    </dgm:pt>
    <dgm:pt modelId="{8CCDCF24-3CCE-47CD-950C-45630C4B81F2}" type="parTrans" cxnId="{60C349AB-4F24-4C3E-AF8A-67EF34C9D37A}">
      <dgm:prSet/>
      <dgm:spPr/>
      <dgm:t>
        <a:bodyPr/>
        <a:lstStyle/>
        <a:p>
          <a:endParaRPr lang="en-US"/>
        </a:p>
      </dgm:t>
    </dgm:pt>
    <dgm:pt modelId="{77F64107-956A-485C-B92C-CB6B00AB1849}" type="sibTrans" cxnId="{60C349AB-4F24-4C3E-AF8A-67EF34C9D37A}">
      <dgm:prSet/>
      <dgm:spPr/>
      <dgm:t>
        <a:bodyPr/>
        <a:lstStyle/>
        <a:p>
          <a:endParaRPr lang="en-US"/>
        </a:p>
      </dgm:t>
    </dgm:pt>
    <dgm:pt modelId="{3A64C51F-5C7C-4276-88BA-F21BC0C8DA95}">
      <dgm:prSet/>
      <dgm:spPr/>
      <dgm:t>
        <a:bodyPr/>
        <a:lstStyle/>
        <a:p>
          <a:r>
            <a:rPr lang="en-US"/>
            <a:t>56 students attended Epoch</a:t>
          </a:r>
        </a:p>
      </dgm:t>
    </dgm:pt>
    <dgm:pt modelId="{2654D48A-D2C7-40AA-84AC-818AE9BB260F}" type="parTrans" cxnId="{9FFB6310-371D-42D0-9D03-0BD98B666BF2}">
      <dgm:prSet/>
      <dgm:spPr/>
      <dgm:t>
        <a:bodyPr/>
        <a:lstStyle/>
        <a:p>
          <a:endParaRPr lang="en-US"/>
        </a:p>
      </dgm:t>
    </dgm:pt>
    <dgm:pt modelId="{AAA675B6-0403-4CA2-8434-E4BDC4E1C5BC}" type="sibTrans" cxnId="{9FFB6310-371D-42D0-9D03-0BD98B666BF2}">
      <dgm:prSet/>
      <dgm:spPr/>
      <dgm:t>
        <a:bodyPr/>
        <a:lstStyle/>
        <a:p>
          <a:endParaRPr lang="en-US"/>
        </a:p>
      </dgm:t>
    </dgm:pt>
    <dgm:pt modelId="{6A8C8DE6-4594-42C1-B2E1-ABF68311E900}">
      <dgm:prSet/>
      <dgm:spPr/>
      <dgm:t>
        <a:bodyPr/>
        <a:lstStyle/>
        <a:p>
          <a:pPr>
            <a:defRPr b="1"/>
          </a:pPr>
          <a:r>
            <a:rPr lang="en-US"/>
            <a:t>2021</a:t>
          </a:r>
        </a:p>
      </dgm:t>
    </dgm:pt>
    <dgm:pt modelId="{9B36B1FB-F61C-4588-8F2B-FC772CBE2B83}" type="parTrans" cxnId="{25BC8FB9-3EEB-4BF9-9860-0F69A4681963}">
      <dgm:prSet/>
      <dgm:spPr/>
      <dgm:t>
        <a:bodyPr/>
        <a:lstStyle/>
        <a:p>
          <a:endParaRPr lang="en-US"/>
        </a:p>
      </dgm:t>
    </dgm:pt>
    <dgm:pt modelId="{2BC8E42C-01BD-40A4-BED2-AE1655913914}" type="sibTrans" cxnId="{25BC8FB9-3EEB-4BF9-9860-0F69A4681963}">
      <dgm:prSet/>
      <dgm:spPr/>
      <dgm:t>
        <a:bodyPr/>
        <a:lstStyle/>
        <a:p>
          <a:endParaRPr lang="en-US"/>
        </a:p>
      </dgm:t>
    </dgm:pt>
    <dgm:pt modelId="{0B2E55B2-779E-41E3-A196-7F2A3E79D69A}">
      <dgm:prSet/>
      <dgm:spPr/>
      <dgm:t>
        <a:bodyPr/>
        <a:lstStyle/>
        <a:p>
          <a:r>
            <a:rPr lang="en-US"/>
            <a:t>49 volunteers served more than 3,495 hours </a:t>
          </a:r>
        </a:p>
      </dgm:t>
    </dgm:pt>
    <dgm:pt modelId="{4CEE7224-9DEF-4EB8-9B5F-E89072A3508F}" type="parTrans" cxnId="{2F1C78A4-AD89-491D-9AF3-2E13A8C1700C}">
      <dgm:prSet/>
      <dgm:spPr/>
      <dgm:t>
        <a:bodyPr/>
        <a:lstStyle/>
        <a:p>
          <a:endParaRPr lang="en-US"/>
        </a:p>
      </dgm:t>
    </dgm:pt>
    <dgm:pt modelId="{403B3578-7FB4-45AE-8708-40E2D88E3798}" type="sibTrans" cxnId="{2F1C78A4-AD89-491D-9AF3-2E13A8C1700C}">
      <dgm:prSet/>
      <dgm:spPr/>
      <dgm:t>
        <a:bodyPr/>
        <a:lstStyle/>
        <a:p>
          <a:endParaRPr lang="en-US"/>
        </a:p>
      </dgm:t>
    </dgm:pt>
    <dgm:pt modelId="{F94C56C1-BAA8-4F37-9A04-E6735CBEE3CF}">
      <dgm:prSet/>
      <dgm:spPr/>
      <dgm:t>
        <a:bodyPr/>
        <a:lstStyle/>
        <a:p>
          <a:r>
            <a:rPr lang="en-US"/>
            <a:t>With a volunteer impact of 99,747.30</a:t>
          </a:r>
        </a:p>
      </dgm:t>
    </dgm:pt>
    <dgm:pt modelId="{3D19228D-1403-4082-9AE9-C1A039955F1C}" type="parTrans" cxnId="{66D0E74F-057F-4AE5-B171-520DE96929E8}">
      <dgm:prSet/>
      <dgm:spPr/>
      <dgm:t>
        <a:bodyPr/>
        <a:lstStyle/>
        <a:p>
          <a:endParaRPr lang="en-US"/>
        </a:p>
      </dgm:t>
    </dgm:pt>
    <dgm:pt modelId="{732276AA-7518-4587-987F-9BF0383FCFBD}" type="sibTrans" cxnId="{66D0E74F-057F-4AE5-B171-520DE96929E8}">
      <dgm:prSet/>
      <dgm:spPr/>
      <dgm:t>
        <a:bodyPr/>
        <a:lstStyle/>
        <a:p>
          <a:endParaRPr lang="en-US"/>
        </a:p>
      </dgm:t>
    </dgm:pt>
    <dgm:pt modelId="{397776E2-D7ED-4297-9D59-7068A52453C9}">
      <dgm:prSet/>
      <dgm:spPr/>
      <dgm:t>
        <a:bodyPr/>
        <a:lstStyle/>
        <a:p>
          <a:pPr>
            <a:defRPr b="1"/>
          </a:pPr>
          <a:r>
            <a:rPr lang="en-US"/>
            <a:t>2021</a:t>
          </a:r>
        </a:p>
      </dgm:t>
    </dgm:pt>
    <dgm:pt modelId="{C70383D7-6A19-4B28-A6BB-0E796CBB37D0}" type="parTrans" cxnId="{8F3FCB74-F8FA-4E53-8133-DCFAA9043481}">
      <dgm:prSet/>
      <dgm:spPr/>
      <dgm:t>
        <a:bodyPr/>
        <a:lstStyle/>
        <a:p>
          <a:endParaRPr lang="en-US"/>
        </a:p>
      </dgm:t>
    </dgm:pt>
    <dgm:pt modelId="{6B2158AD-2195-4848-BFFF-4C5BA50B3DDF}" type="sibTrans" cxnId="{8F3FCB74-F8FA-4E53-8133-DCFAA9043481}">
      <dgm:prSet/>
      <dgm:spPr/>
      <dgm:t>
        <a:bodyPr/>
        <a:lstStyle/>
        <a:p>
          <a:endParaRPr lang="en-US"/>
        </a:p>
      </dgm:t>
    </dgm:pt>
    <dgm:pt modelId="{A850C3CF-D2E6-4FE4-9869-2E26B796683B}">
      <dgm:prSet/>
      <dgm:spPr/>
      <dgm:t>
        <a:bodyPr/>
        <a:lstStyle/>
        <a:p>
          <a:r>
            <a:rPr lang="en-US"/>
            <a:t>Students and families were served more then 11,208 meals</a:t>
          </a:r>
        </a:p>
      </dgm:t>
    </dgm:pt>
    <dgm:pt modelId="{DD2F6C10-86C0-411C-A563-208930D5944C}" type="parTrans" cxnId="{6FC59CFA-284D-428B-94EC-EC723B4F85A0}">
      <dgm:prSet/>
      <dgm:spPr/>
      <dgm:t>
        <a:bodyPr/>
        <a:lstStyle/>
        <a:p>
          <a:endParaRPr lang="en-US"/>
        </a:p>
      </dgm:t>
    </dgm:pt>
    <dgm:pt modelId="{A081F7E3-3465-49D3-8D34-197A0B303A74}" type="sibTrans" cxnId="{6FC59CFA-284D-428B-94EC-EC723B4F85A0}">
      <dgm:prSet/>
      <dgm:spPr/>
      <dgm:t>
        <a:bodyPr/>
        <a:lstStyle/>
        <a:p>
          <a:endParaRPr lang="en-US"/>
        </a:p>
      </dgm:t>
    </dgm:pt>
    <dgm:pt modelId="{658764CB-E248-4B3E-B3D3-6151071C56B6}">
      <dgm:prSet/>
      <dgm:spPr/>
      <dgm:t>
        <a:bodyPr/>
        <a:lstStyle/>
        <a:p>
          <a:pPr>
            <a:defRPr b="1"/>
          </a:pPr>
          <a:r>
            <a:rPr lang="en-US"/>
            <a:t>2021</a:t>
          </a:r>
        </a:p>
      </dgm:t>
    </dgm:pt>
    <dgm:pt modelId="{9E7B1B20-E63B-49FE-89B1-12825B4D64E5}" type="parTrans" cxnId="{9199BBD4-0154-4C7B-96C0-95163A8D66CB}">
      <dgm:prSet/>
      <dgm:spPr/>
      <dgm:t>
        <a:bodyPr/>
        <a:lstStyle/>
        <a:p>
          <a:endParaRPr lang="en-US"/>
        </a:p>
      </dgm:t>
    </dgm:pt>
    <dgm:pt modelId="{5261BBDB-0936-4D5B-8936-1F4C16F79A80}" type="sibTrans" cxnId="{9199BBD4-0154-4C7B-96C0-95163A8D66CB}">
      <dgm:prSet/>
      <dgm:spPr/>
      <dgm:t>
        <a:bodyPr/>
        <a:lstStyle/>
        <a:p>
          <a:endParaRPr lang="en-US"/>
        </a:p>
      </dgm:t>
    </dgm:pt>
    <dgm:pt modelId="{0940FE09-5F11-4490-ADF6-B350CDE0198F}">
      <dgm:prSet/>
      <dgm:spPr/>
      <dgm:t>
        <a:bodyPr/>
        <a:lstStyle/>
        <a:p>
          <a:r>
            <a:rPr lang="en-US"/>
            <a:t>Students participated in collectively in more then 10,992 hours of academic tutoring</a:t>
          </a:r>
        </a:p>
      </dgm:t>
    </dgm:pt>
    <dgm:pt modelId="{806DB1CF-B32E-425E-AC0D-07095F4322A7}" type="parTrans" cxnId="{1AF658B0-4598-4E19-8F85-9AD91C328102}">
      <dgm:prSet/>
      <dgm:spPr/>
      <dgm:t>
        <a:bodyPr/>
        <a:lstStyle/>
        <a:p>
          <a:endParaRPr lang="en-US"/>
        </a:p>
      </dgm:t>
    </dgm:pt>
    <dgm:pt modelId="{978A0D62-F1F7-4B53-8866-49699958A731}" type="sibTrans" cxnId="{1AF658B0-4598-4E19-8F85-9AD91C328102}">
      <dgm:prSet/>
      <dgm:spPr/>
      <dgm:t>
        <a:bodyPr/>
        <a:lstStyle/>
        <a:p>
          <a:endParaRPr lang="en-US"/>
        </a:p>
      </dgm:t>
    </dgm:pt>
    <dgm:pt modelId="{FB457C7C-0019-4A36-BB10-C0BD13B1E79A}">
      <dgm:prSet/>
      <dgm:spPr/>
      <dgm:t>
        <a:bodyPr/>
        <a:lstStyle/>
        <a:p>
          <a:pPr>
            <a:defRPr b="1"/>
          </a:pPr>
          <a:r>
            <a:rPr lang="en-US"/>
            <a:t>2022</a:t>
          </a:r>
        </a:p>
      </dgm:t>
    </dgm:pt>
    <dgm:pt modelId="{5A1B8212-1F84-4651-A62F-0618CDF4E7C2}" type="parTrans" cxnId="{4C1742B4-B180-4B05-B7B5-AC4B30AD5152}">
      <dgm:prSet/>
      <dgm:spPr/>
      <dgm:t>
        <a:bodyPr/>
        <a:lstStyle/>
        <a:p>
          <a:endParaRPr lang="en-US"/>
        </a:p>
      </dgm:t>
    </dgm:pt>
    <dgm:pt modelId="{0599C5AE-26C5-44E9-8895-E45E4AC140CF}" type="sibTrans" cxnId="{4C1742B4-B180-4B05-B7B5-AC4B30AD5152}">
      <dgm:prSet/>
      <dgm:spPr/>
      <dgm:t>
        <a:bodyPr/>
        <a:lstStyle/>
        <a:p>
          <a:endParaRPr lang="en-US"/>
        </a:p>
      </dgm:t>
    </dgm:pt>
    <dgm:pt modelId="{AE604E89-B823-4474-A447-CDD563649143}">
      <dgm:prSet/>
      <dgm:spPr/>
      <dgm:t>
        <a:bodyPr/>
        <a:lstStyle/>
        <a:p>
          <a:r>
            <a:rPr lang="en-US"/>
            <a:t>63 students attended Epoch</a:t>
          </a:r>
        </a:p>
      </dgm:t>
    </dgm:pt>
    <dgm:pt modelId="{14A45DF9-727F-4046-8AE6-2FC5D211D8C7}" type="parTrans" cxnId="{B84A4C3B-55D3-457D-8225-D0E8C401E381}">
      <dgm:prSet/>
      <dgm:spPr/>
      <dgm:t>
        <a:bodyPr/>
        <a:lstStyle/>
        <a:p>
          <a:endParaRPr lang="en-US"/>
        </a:p>
      </dgm:t>
    </dgm:pt>
    <dgm:pt modelId="{CF9F4674-6838-4043-9550-F36307A60137}" type="sibTrans" cxnId="{B84A4C3B-55D3-457D-8225-D0E8C401E381}">
      <dgm:prSet/>
      <dgm:spPr/>
      <dgm:t>
        <a:bodyPr/>
        <a:lstStyle/>
        <a:p>
          <a:endParaRPr lang="en-US"/>
        </a:p>
      </dgm:t>
    </dgm:pt>
    <dgm:pt modelId="{1177BB04-7237-4E71-AE21-8F45149F326F}">
      <dgm:prSet/>
      <dgm:spPr/>
      <dgm:t>
        <a:bodyPr/>
        <a:lstStyle/>
        <a:p>
          <a:pPr>
            <a:defRPr b="1"/>
          </a:pPr>
          <a:r>
            <a:rPr lang="en-US"/>
            <a:t>2022</a:t>
          </a:r>
        </a:p>
      </dgm:t>
    </dgm:pt>
    <dgm:pt modelId="{C80CF327-1BF3-455D-A7E1-361C0C1C8477}" type="parTrans" cxnId="{EBE91CF2-6AED-4101-B4C7-09437F4ABED6}">
      <dgm:prSet/>
      <dgm:spPr/>
      <dgm:t>
        <a:bodyPr/>
        <a:lstStyle/>
        <a:p>
          <a:endParaRPr lang="en-US"/>
        </a:p>
      </dgm:t>
    </dgm:pt>
    <dgm:pt modelId="{3F1B18A3-F542-4847-BDE9-56292F80A723}" type="sibTrans" cxnId="{EBE91CF2-6AED-4101-B4C7-09437F4ABED6}">
      <dgm:prSet/>
      <dgm:spPr/>
      <dgm:t>
        <a:bodyPr/>
        <a:lstStyle/>
        <a:p>
          <a:endParaRPr lang="en-US"/>
        </a:p>
      </dgm:t>
    </dgm:pt>
    <dgm:pt modelId="{32A87D49-D875-42E6-852E-B3398816C6F1}">
      <dgm:prSet/>
      <dgm:spPr/>
      <dgm:t>
        <a:bodyPr/>
        <a:lstStyle/>
        <a:p>
          <a:r>
            <a:rPr lang="en-US"/>
            <a:t>45 volunteers served 3,328 volunteer hours </a:t>
          </a:r>
        </a:p>
      </dgm:t>
    </dgm:pt>
    <dgm:pt modelId="{A5DBB66E-6B59-4B23-9A41-89C34635E1FC}" type="parTrans" cxnId="{63DDC98E-6388-497D-8835-463118A1B7AC}">
      <dgm:prSet/>
      <dgm:spPr/>
      <dgm:t>
        <a:bodyPr/>
        <a:lstStyle/>
        <a:p>
          <a:endParaRPr lang="en-US"/>
        </a:p>
      </dgm:t>
    </dgm:pt>
    <dgm:pt modelId="{40F82F21-0230-4D2D-8149-7262C1A107C8}" type="sibTrans" cxnId="{63DDC98E-6388-497D-8835-463118A1B7AC}">
      <dgm:prSet/>
      <dgm:spPr/>
      <dgm:t>
        <a:bodyPr/>
        <a:lstStyle/>
        <a:p>
          <a:endParaRPr lang="en-US"/>
        </a:p>
      </dgm:t>
    </dgm:pt>
    <dgm:pt modelId="{8E8D7F6D-9025-4816-BC1D-5764704ADB4C}">
      <dgm:prSet/>
      <dgm:spPr/>
      <dgm:t>
        <a:bodyPr/>
        <a:lstStyle/>
        <a:p>
          <a:r>
            <a:rPr lang="en-US"/>
            <a:t>Volunteer impact of 99,673.60</a:t>
          </a:r>
        </a:p>
      </dgm:t>
    </dgm:pt>
    <dgm:pt modelId="{543A8555-0A48-4008-BF4D-D94E6F43411D}" type="parTrans" cxnId="{59BB2B20-1B5A-45D8-868E-E61DC02A7A88}">
      <dgm:prSet/>
      <dgm:spPr/>
      <dgm:t>
        <a:bodyPr/>
        <a:lstStyle/>
        <a:p>
          <a:endParaRPr lang="en-US"/>
        </a:p>
      </dgm:t>
    </dgm:pt>
    <dgm:pt modelId="{6F56A187-1836-4D49-BBAE-55C14BDE548A}" type="sibTrans" cxnId="{59BB2B20-1B5A-45D8-868E-E61DC02A7A88}">
      <dgm:prSet/>
      <dgm:spPr/>
      <dgm:t>
        <a:bodyPr/>
        <a:lstStyle/>
        <a:p>
          <a:endParaRPr lang="en-US"/>
        </a:p>
      </dgm:t>
    </dgm:pt>
    <dgm:pt modelId="{C5963897-D8E5-434E-BD3A-45A33FB10C03}">
      <dgm:prSet/>
      <dgm:spPr/>
      <dgm:t>
        <a:bodyPr/>
        <a:lstStyle/>
        <a:p>
          <a:pPr>
            <a:defRPr b="1"/>
          </a:pPr>
          <a:r>
            <a:rPr lang="en-US"/>
            <a:t>2022</a:t>
          </a:r>
        </a:p>
      </dgm:t>
    </dgm:pt>
    <dgm:pt modelId="{13494032-D0C3-495B-87DB-8818648F8950}" type="parTrans" cxnId="{E7EBD8CE-3226-456D-AEAA-F2FF785AF5F6}">
      <dgm:prSet/>
      <dgm:spPr/>
      <dgm:t>
        <a:bodyPr/>
        <a:lstStyle/>
        <a:p>
          <a:endParaRPr lang="en-US"/>
        </a:p>
      </dgm:t>
    </dgm:pt>
    <dgm:pt modelId="{B0B56BE8-5388-491E-A0CB-D178BAB36AAA}" type="sibTrans" cxnId="{E7EBD8CE-3226-456D-AEAA-F2FF785AF5F6}">
      <dgm:prSet/>
      <dgm:spPr/>
      <dgm:t>
        <a:bodyPr/>
        <a:lstStyle/>
        <a:p>
          <a:endParaRPr lang="en-US"/>
        </a:p>
      </dgm:t>
    </dgm:pt>
    <dgm:pt modelId="{A70606C0-1057-49BA-83E7-266C90AD281A}">
      <dgm:prSet/>
      <dgm:spPr/>
      <dgm:t>
        <a:bodyPr/>
        <a:lstStyle/>
        <a:p>
          <a:r>
            <a:rPr lang="en-US"/>
            <a:t>Students and families were served more then 14,976 meals</a:t>
          </a:r>
        </a:p>
      </dgm:t>
    </dgm:pt>
    <dgm:pt modelId="{FF2BEBF4-E0BC-4582-9D77-7676B7E32C40}" type="parTrans" cxnId="{358CD756-8C30-4F96-B054-FB2018CD3257}">
      <dgm:prSet/>
      <dgm:spPr/>
      <dgm:t>
        <a:bodyPr/>
        <a:lstStyle/>
        <a:p>
          <a:endParaRPr lang="en-US"/>
        </a:p>
      </dgm:t>
    </dgm:pt>
    <dgm:pt modelId="{22BFADD6-FCB5-46A4-B739-1A1A3529FEC0}" type="sibTrans" cxnId="{358CD756-8C30-4F96-B054-FB2018CD3257}">
      <dgm:prSet/>
      <dgm:spPr/>
      <dgm:t>
        <a:bodyPr/>
        <a:lstStyle/>
        <a:p>
          <a:endParaRPr lang="en-US"/>
        </a:p>
      </dgm:t>
    </dgm:pt>
    <dgm:pt modelId="{8774389F-6058-494A-9C5D-DB315FA3BCEA}">
      <dgm:prSet/>
      <dgm:spPr/>
      <dgm:t>
        <a:bodyPr/>
        <a:lstStyle/>
        <a:p>
          <a:pPr>
            <a:defRPr b="1"/>
          </a:pPr>
          <a:r>
            <a:rPr lang="en-US"/>
            <a:t>2022</a:t>
          </a:r>
        </a:p>
      </dgm:t>
    </dgm:pt>
    <dgm:pt modelId="{C05CE3FA-7BF9-4D6D-9CA8-F362CAFE1FCA}" type="parTrans" cxnId="{75238A92-DAF2-4788-B3AD-8709A36A3AD8}">
      <dgm:prSet/>
      <dgm:spPr/>
      <dgm:t>
        <a:bodyPr/>
        <a:lstStyle/>
        <a:p>
          <a:endParaRPr lang="en-US"/>
        </a:p>
      </dgm:t>
    </dgm:pt>
    <dgm:pt modelId="{8E018FF3-2FD9-4E0D-ACDC-851AC2F09635}" type="sibTrans" cxnId="{75238A92-DAF2-4788-B3AD-8709A36A3AD8}">
      <dgm:prSet/>
      <dgm:spPr/>
      <dgm:t>
        <a:bodyPr/>
        <a:lstStyle/>
        <a:p>
          <a:endParaRPr lang="en-US"/>
        </a:p>
      </dgm:t>
    </dgm:pt>
    <dgm:pt modelId="{3B609A07-0642-469F-A65E-93C75E0A3C0D}">
      <dgm:prSet/>
      <dgm:spPr/>
      <dgm:t>
        <a:bodyPr/>
        <a:lstStyle/>
        <a:p>
          <a:r>
            <a:rPr lang="en-US"/>
            <a:t>Students participated in collectively in more then 11,760 hours of academic tutoring</a:t>
          </a:r>
        </a:p>
      </dgm:t>
    </dgm:pt>
    <dgm:pt modelId="{D3927764-50A6-45FE-B411-E07BBAE9E2B3}" type="parTrans" cxnId="{DF3D7893-FB73-429E-8BE8-FF9034B6A68F}">
      <dgm:prSet/>
      <dgm:spPr/>
      <dgm:t>
        <a:bodyPr/>
        <a:lstStyle/>
        <a:p>
          <a:endParaRPr lang="en-US"/>
        </a:p>
      </dgm:t>
    </dgm:pt>
    <dgm:pt modelId="{05466C47-A8C4-4507-9210-0E77B7BA1E84}" type="sibTrans" cxnId="{DF3D7893-FB73-429E-8BE8-FF9034B6A68F}">
      <dgm:prSet/>
      <dgm:spPr/>
      <dgm:t>
        <a:bodyPr/>
        <a:lstStyle/>
        <a:p>
          <a:endParaRPr lang="en-US"/>
        </a:p>
      </dgm:t>
    </dgm:pt>
    <dgm:pt modelId="{C91DB539-B6FE-2741-A5C4-F99F1F03915C}" type="pres">
      <dgm:prSet presAssocID="{5FB90674-F66F-4086-86DF-392FDFEBD49A}" presName="root" presStyleCnt="0">
        <dgm:presLayoutVars>
          <dgm:chMax/>
          <dgm:chPref/>
          <dgm:animLvl val="lvl"/>
        </dgm:presLayoutVars>
      </dgm:prSet>
      <dgm:spPr/>
    </dgm:pt>
    <dgm:pt modelId="{99CF0364-C23C-FC4A-B9BA-B3DDEBA77C2F}" type="pres">
      <dgm:prSet presAssocID="{5FB90674-F66F-4086-86DF-392FDFEBD49A}" presName="divider" presStyleLbl="fgAccFollowNode1" presStyleIdx="0" presStyleCnt="1"/>
      <dgm:spPr>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tailEnd type="triangle" w="lg" len="lg"/>
        </a:ln>
        <a:effectLst/>
      </dgm:spPr>
    </dgm:pt>
    <dgm:pt modelId="{52FDF25A-A3D7-174D-8931-E39EE7BDE4EC}" type="pres">
      <dgm:prSet presAssocID="{5FB90674-F66F-4086-86DF-392FDFEBD49A}" presName="nodes" presStyleCnt="0">
        <dgm:presLayoutVars>
          <dgm:chMax/>
          <dgm:chPref/>
          <dgm:animLvl val="lvl"/>
        </dgm:presLayoutVars>
      </dgm:prSet>
      <dgm:spPr/>
    </dgm:pt>
    <dgm:pt modelId="{1679031E-5188-5F44-8322-0106204DC610}" type="pres">
      <dgm:prSet presAssocID="{7AD0E5E4-AED8-4696-B74E-0ED9C81C9D1C}" presName="composite" presStyleCnt="0"/>
      <dgm:spPr/>
    </dgm:pt>
    <dgm:pt modelId="{43103FEF-038B-4846-9BA9-E25F2E62336E}" type="pres">
      <dgm:prSet presAssocID="{7AD0E5E4-AED8-4696-B74E-0ED9C81C9D1C}" presName="L1TextContainer" presStyleLbl="revTx" presStyleIdx="0" presStyleCnt="8">
        <dgm:presLayoutVars>
          <dgm:chMax val="1"/>
          <dgm:chPref val="1"/>
          <dgm:bulletEnabled val="1"/>
        </dgm:presLayoutVars>
      </dgm:prSet>
      <dgm:spPr/>
    </dgm:pt>
    <dgm:pt modelId="{DB55B4AF-BA43-FD46-9432-AB45D8213286}" type="pres">
      <dgm:prSet presAssocID="{7AD0E5E4-AED8-4696-B74E-0ED9C81C9D1C}" presName="L2TextContainerWrapper" presStyleCnt="0">
        <dgm:presLayoutVars>
          <dgm:chMax val="0"/>
          <dgm:chPref val="0"/>
          <dgm:bulletEnabled val="1"/>
        </dgm:presLayoutVars>
      </dgm:prSet>
      <dgm:spPr/>
    </dgm:pt>
    <dgm:pt modelId="{7984158E-853D-1B43-84CC-F485F9F3A2AC}" type="pres">
      <dgm:prSet presAssocID="{7AD0E5E4-AED8-4696-B74E-0ED9C81C9D1C}" presName="L2TextContainer" presStyleLbl="bgAcc1" presStyleIdx="0" presStyleCnt="8"/>
      <dgm:spPr/>
    </dgm:pt>
    <dgm:pt modelId="{4A32E8F4-DB37-854D-B4C3-45EE058C7335}" type="pres">
      <dgm:prSet presAssocID="{7AD0E5E4-AED8-4696-B74E-0ED9C81C9D1C}" presName="FlexibleEmptyPlaceHolder" presStyleCnt="0"/>
      <dgm:spPr/>
    </dgm:pt>
    <dgm:pt modelId="{1B6AEE69-5CF0-9A47-81A4-658C25698074}" type="pres">
      <dgm:prSet presAssocID="{7AD0E5E4-AED8-4696-B74E-0ED9C81C9D1C}" presName="ConnectLine" presStyleLbl="sibTrans1D1" presStyleIdx="0" presStyleCnt="8"/>
      <dgm:spPr>
        <a:noFill/>
        <a:ln w="12700" cap="flat" cmpd="sng" algn="ctr">
          <a:solidFill>
            <a:schemeClr val="accent2">
              <a:hueOff val="0"/>
              <a:satOff val="0"/>
              <a:lumOff val="0"/>
              <a:alphaOff val="0"/>
            </a:schemeClr>
          </a:solidFill>
          <a:prstDash val="dash"/>
          <a:miter lim="800000"/>
        </a:ln>
        <a:effectLst/>
      </dgm:spPr>
    </dgm:pt>
    <dgm:pt modelId="{5C3CD576-09E7-1942-B2C3-DC86C74CC8E9}" type="pres">
      <dgm:prSet presAssocID="{7AD0E5E4-AED8-4696-B74E-0ED9C81C9D1C}" presName="ConnectorPoint" presStyleLbl="alignNode1" presStyleIdx="0" presStyleCnt="8"/>
      <dgm:spPr/>
    </dgm:pt>
    <dgm:pt modelId="{888F4395-134C-3B4D-905F-27EF12A8368B}" type="pres">
      <dgm:prSet presAssocID="{7AD0E5E4-AED8-4696-B74E-0ED9C81C9D1C}" presName="EmptyPlaceHolder" presStyleCnt="0"/>
      <dgm:spPr/>
    </dgm:pt>
    <dgm:pt modelId="{48FF2FA0-A3D6-B940-9554-BA338389688E}" type="pres">
      <dgm:prSet presAssocID="{77F64107-956A-485C-B92C-CB6B00AB1849}" presName="spaceBetweenRectangles" presStyleCnt="0"/>
      <dgm:spPr/>
    </dgm:pt>
    <dgm:pt modelId="{7A176204-CBC6-BD4E-8454-43E0DFD897B3}" type="pres">
      <dgm:prSet presAssocID="{6A8C8DE6-4594-42C1-B2E1-ABF68311E900}" presName="composite" presStyleCnt="0"/>
      <dgm:spPr/>
    </dgm:pt>
    <dgm:pt modelId="{4729F997-9950-FD46-9387-392216C74D0A}" type="pres">
      <dgm:prSet presAssocID="{6A8C8DE6-4594-42C1-B2E1-ABF68311E900}" presName="L1TextContainer" presStyleLbl="revTx" presStyleIdx="1" presStyleCnt="8">
        <dgm:presLayoutVars>
          <dgm:chMax val="1"/>
          <dgm:chPref val="1"/>
          <dgm:bulletEnabled val="1"/>
        </dgm:presLayoutVars>
      </dgm:prSet>
      <dgm:spPr/>
    </dgm:pt>
    <dgm:pt modelId="{424AFAEC-1660-804F-8496-EB53E353C61E}" type="pres">
      <dgm:prSet presAssocID="{6A8C8DE6-4594-42C1-B2E1-ABF68311E900}" presName="L2TextContainerWrapper" presStyleCnt="0">
        <dgm:presLayoutVars>
          <dgm:chMax val="0"/>
          <dgm:chPref val="0"/>
          <dgm:bulletEnabled val="1"/>
        </dgm:presLayoutVars>
      </dgm:prSet>
      <dgm:spPr/>
    </dgm:pt>
    <dgm:pt modelId="{FD7D6B11-40FB-F746-8867-38125E23C185}" type="pres">
      <dgm:prSet presAssocID="{6A8C8DE6-4594-42C1-B2E1-ABF68311E900}" presName="L2TextContainer" presStyleLbl="bgAcc1" presStyleIdx="1" presStyleCnt="8"/>
      <dgm:spPr/>
    </dgm:pt>
    <dgm:pt modelId="{6F44D7CF-77F8-0843-A56C-393D4EED4176}" type="pres">
      <dgm:prSet presAssocID="{6A8C8DE6-4594-42C1-B2E1-ABF68311E900}" presName="FlexibleEmptyPlaceHolder" presStyleCnt="0"/>
      <dgm:spPr/>
    </dgm:pt>
    <dgm:pt modelId="{F67DD6CC-B009-0842-8B0A-787890A45CD5}" type="pres">
      <dgm:prSet presAssocID="{6A8C8DE6-4594-42C1-B2E1-ABF68311E900}" presName="ConnectLine" presStyleLbl="sibTrans1D1" presStyleIdx="1" presStyleCnt="8"/>
      <dgm:spPr>
        <a:noFill/>
        <a:ln w="12700" cap="flat" cmpd="sng" algn="ctr">
          <a:solidFill>
            <a:schemeClr val="accent2">
              <a:hueOff val="920516"/>
              <a:satOff val="-2642"/>
              <a:lumOff val="-4230"/>
              <a:alphaOff val="0"/>
            </a:schemeClr>
          </a:solidFill>
          <a:prstDash val="dash"/>
          <a:miter lim="800000"/>
        </a:ln>
        <a:effectLst/>
      </dgm:spPr>
    </dgm:pt>
    <dgm:pt modelId="{E2A7B158-40F1-7A42-9002-113F5C3A7FA9}" type="pres">
      <dgm:prSet presAssocID="{6A8C8DE6-4594-42C1-B2E1-ABF68311E900}" presName="ConnectorPoint" presStyleLbl="alignNode1" presStyleIdx="1" presStyleCnt="8"/>
      <dgm:spPr/>
    </dgm:pt>
    <dgm:pt modelId="{B4F4653A-C3EA-124E-8DBE-604702C57AAA}" type="pres">
      <dgm:prSet presAssocID="{6A8C8DE6-4594-42C1-B2E1-ABF68311E900}" presName="EmptyPlaceHolder" presStyleCnt="0"/>
      <dgm:spPr/>
    </dgm:pt>
    <dgm:pt modelId="{B4B6C234-CD4D-A346-AB67-A75C45506022}" type="pres">
      <dgm:prSet presAssocID="{2BC8E42C-01BD-40A4-BED2-AE1655913914}" presName="spaceBetweenRectangles" presStyleCnt="0"/>
      <dgm:spPr/>
    </dgm:pt>
    <dgm:pt modelId="{405D7C63-DC31-C24D-8225-B42563B03F67}" type="pres">
      <dgm:prSet presAssocID="{397776E2-D7ED-4297-9D59-7068A52453C9}" presName="composite" presStyleCnt="0"/>
      <dgm:spPr/>
    </dgm:pt>
    <dgm:pt modelId="{CA995C69-3844-584A-B6A9-5D6CA7830EA4}" type="pres">
      <dgm:prSet presAssocID="{397776E2-D7ED-4297-9D59-7068A52453C9}" presName="L1TextContainer" presStyleLbl="revTx" presStyleIdx="2" presStyleCnt="8">
        <dgm:presLayoutVars>
          <dgm:chMax val="1"/>
          <dgm:chPref val="1"/>
          <dgm:bulletEnabled val="1"/>
        </dgm:presLayoutVars>
      </dgm:prSet>
      <dgm:spPr/>
    </dgm:pt>
    <dgm:pt modelId="{32859805-E240-D747-87CD-81F04DB4CF50}" type="pres">
      <dgm:prSet presAssocID="{397776E2-D7ED-4297-9D59-7068A52453C9}" presName="L2TextContainerWrapper" presStyleCnt="0">
        <dgm:presLayoutVars>
          <dgm:chMax val="0"/>
          <dgm:chPref val="0"/>
          <dgm:bulletEnabled val="1"/>
        </dgm:presLayoutVars>
      </dgm:prSet>
      <dgm:spPr/>
    </dgm:pt>
    <dgm:pt modelId="{01D324F0-CF72-D24D-B70D-1050AD76BF6E}" type="pres">
      <dgm:prSet presAssocID="{397776E2-D7ED-4297-9D59-7068A52453C9}" presName="L2TextContainer" presStyleLbl="bgAcc1" presStyleIdx="2" presStyleCnt="8"/>
      <dgm:spPr/>
    </dgm:pt>
    <dgm:pt modelId="{27FCFE2D-3C76-1240-8A79-029774EAB228}" type="pres">
      <dgm:prSet presAssocID="{397776E2-D7ED-4297-9D59-7068A52453C9}" presName="FlexibleEmptyPlaceHolder" presStyleCnt="0"/>
      <dgm:spPr/>
    </dgm:pt>
    <dgm:pt modelId="{FEE41120-1D55-7F47-8E92-EF6825712B5A}" type="pres">
      <dgm:prSet presAssocID="{397776E2-D7ED-4297-9D59-7068A52453C9}" presName="ConnectLine" presStyleLbl="sibTrans1D1" presStyleIdx="2" presStyleCnt="8"/>
      <dgm:spPr>
        <a:noFill/>
        <a:ln w="12700" cap="flat" cmpd="sng" algn="ctr">
          <a:solidFill>
            <a:schemeClr val="accent2">
              <a:hueOff val="1841032"/>
              <a:satOff val="-5284"/>
              <a:lumOff val="-8460"/>
              <a:alphaOff val="0"/>
            </a:schemeClr>
          </a:solidFill>
          <a:prstDash val="dash"/>
          <a:miter lim="800000"/>
        </a:ln>
        <a:effectLst/>
      </dgm:spPr>
    </dgm:pt>
    <dgm:pt modelId="{3F1A6266-E6BC-D142-A945-524E3E576DB8}" type="pres">
      <dgm:prSet presAssocID="{397776E2-D7ED-4297-9D59-7068A52453C9}" presName="ConnectorPoint" presStyleLbl="alignNode1" presStyleIdx="2" presStyleCnt="8"/>
      <dgm:spPr/>
    </dgm:pt>
    <dgm:pt modelId="{486A4445-BA65-A54B-97EF-FBBD1492F30F}" type="pres">
      <dgm:prSet presAssocID="{397776E2-D7ED-4297-9D59-7068A52453C9}" presName="EmptyPlaceHolder" presStyleCnt="0"/>
      <dgm:spPr/>
    </dgm:pt>
    <dgm:pt modelId="{AB60CA3B-7B45-BE45-BEF9-F1BE919DAAB6}" type="pres">
      <dgm:prSet presAssocID="{6B2158AD-2195-4848-BFFF-4C5BA50B3DDF}" presName="spaceBetweenRectangles" presStyleCnt="0"/>
      <dgm:spPr/>
    </dgm:pt>
    <dgm:pt modelId="{E6CF10B9-1981-6148-B2EF-1E4AB4BC31C6}" type="pres">
      <dgm:prSet presAssocID="{658764CB-E248-4B3E-B3D3-6151071C56B6}" presName="composite" presStyleCnt="0"/>
      <dgm:spPr/>
    </dgm:pt>
    <dgm:pt modelId="{EE7E2CF7-AD84-774C-8108-A48246F9DAF9}" type="pres">
      <dgm:prSet presAssocID="{658764CB-E248-4B3E-B3D3-6151071C56B6}" presName="L1TextContainer" presStyleLbl="revTx" presStyleIdx="3" presStyleCnt="8">
        <dgm:presLayoutVars>
          <dgm:chMax val="1"/>
          <dgm:chPref val="1"/>
          <dgm:bulletEnabled val="1"/>
        </dgm:presLayoutVars>
      </dgm:prSet>
      <dgm:spPr/>
    </dgm:pt>
    <dgm:pt modelId="{1C131594-ED3F-6441-AF82-F5058D3B73DF}" type="pres">
      <dgm:prSet presAssocID="{658764CB-E248-4B3E-B3D3-6151071C56B6}" presName="L2TextContainerWrapper" presStyleCnt="0">
        <dgm:presLayoutVars>
          <dgm:chMax val="0"/>
          <dgm:chPref val="0"/>
          <dgm:bulletEnabled val="1"/>
        </dgm:presLayoutVars>
      </dgm:prSet>
      <dgm:spPr/>
    </dgm:pt>
    <dgm:pt modelId="{8829ED50-E25E-7D47-86C3-BAD2D3F45B5F}" type="pres">
      <dgm:prSet presAssocID="{658764CB-E248-4B3E-B3D3-6151071C56B6}" presName="L2TextContainer" presStyleLbl="bgAcc1" presStyleIdx="3" presStyleCnt="8"/>
      <dgm:spPr/>
    </dgm:pt>
    <dgm:pt modelId="{81D7ED5A-C186-8A44-B25D-FDFF115EC6AD}" type="pres">
      <dgm:prSet presAssocID="{658764CB-E248-4B3E-B3D3-6151071C56B6}" presName="FlexibleEmptyPlaceHolder" presStyleCnt="0"/>
      <dgm:spPr/>
    </dgm:pt>
    <dgm:pt modelId="{06187070-92CD-7541-89F8-1AB028B5C950}" type="pres">
      <dgm:prSet presAssocID="{658764CB-E248-4B3E-B3D3-6151071C56B6}" presName="ConnectLine" presStyleLbl="sibTrans1D1" presStyleIdx="3" presStyleCnt="8"/>
      <dgm:spPr>
        <a:noFill/>
        <a:ln w="12700" cap="flat" cmpd="sng" algn="ctr">
          <a:solidFill>
            <a:schemeClr val="accent2">
              <a:hueOff val="2761548"/>
              <a:satOff val="-7926"/>
              <a:lumOff val="-12690"/>
              <a:alphaOff val="0"/>
            </a:schemeClr>
          </a:solidFill>
          <a:prstDash val="dash"/>
          <a:miter lim="800000"/>
        </a:ln>
        <a:effectLst/>
      </dgm:spPr>
    </dgm:pt>
    <dgm:pt modelId="{F76E7894-F6C9-9140-8780-402EEA7AA5F2}" type="pres">
      <dgm:prSet presAssocID="{658764CB-E248-4B3E-B3D3-6151071C56B6}" presName="ConnectorPoint" presStyleLbl="alignNode1" presStyleIdx="3" presStyleCnt="8"/>
      <dgm:spPr/>
    </dgm:pt>
    <dgm:pt modelId="{DD60533A-430C-DD47-AAFA-6BFC282070EB}" type="pres">
      <dgm:prSet presAssocID="{658764CB-E248-4B3E-B3D3-6151071C56B6}" presName="EmptyPlaceHolder" presStyleCnt="0"/>
      <dgm:spPr/>
    </dgm:pt>
    <dgm:pt modelId="{F40877E3-E3DF-C847-BAC1-B3B7B777DC4F}" type="pres">
      <dgm:prSet presAssocID="{5261BBDB-0936-4D5B-8936-1F4C16F79A80}" presName="spaceBetweenRectangles" presStyleCnt="0"/>
      <dgm:spPr/>
    </dgm:pt>
    <dgm:pt modelId="{1DDBF9C1-8A88-FD43-982C-0226E264CFBF}" type="pres">
      <dgm:prSet presAssocID="{FB457C7C-0019-4A36-BB10-C0BD13B1E79A}" presName="composite" presStyleCnt="0"/>
      <dgm:spPr/>
    </dgm:pt>
    <dgm:pt modelId="{15DB998B-A3CC-B24C-A07C-D8DCC85EFF78}" type="pres">
      <dgm:prSet presAssocID="{FB457C7C-0019-4A36-BB10-C0BD13B1E79A}" presName="L1TextContainer" presStyleLbl="revTx" presStyleIdx="4" presStyleCnt="8">
        <dgm:presLayoutVars>
          <dgm:chMax val="1"/>
          <dgm:chPref val="1"/>
          <dgm:bulletEnabled val="1"/>
        </dgm:presLayoutVars>
      </dgm:prSet>
      <dgm:spPr/>
    </dgm:pt>
    <dgm:pt modelId="{6E3EBA9E-80CC-284C-84F7-9D9C12ED7361}" type="pres">
      <dgm:prSet presAssocID="{FB457C7C-0019-4A36-BB10-C0BD13B1E79A}" presName="L2TextContainerWrapper" presStyleCnt="0">
        <dgm:presLayoutVars>
          <dgm:chMax val="0"/>
          <dgm:chPref val="0"/>
          <dgm:bulletEnabled val="1"/>
        </dgm:presLayoutVars>
      </dgm:prSet>
      <dgm:spPr/>
    </dgm:pt>
    <dgm:pt modelId="{DE8B96C0-9179-0644-8655-9DD72042C63B}" type="pres">
      <dgm:prSet presAssocID="{FB457C7C-0019-4A36-BB10-C0BD13B1E79A}" presName="L2TextContainer" presStyleLbl="bgAcc1" presStyleIdx="4" presStyleCnt="8"/>
      <dgm:spPr/>
    </dgm:pt>
    <dgm:pt modelId="{E35BE197-3A54-D149-BCAD-DCDB3BA8865A}" type="pres">
      <dgm:prSet presAssocID="{FB457C7C-0019-4A36-BB10-C0BD13B1E79A}" presName="FlexibleEmptyPlaceHolder" presStyleCnt="0"/>
      <dgm:spPr/>
    </dgm:pt>
    <dgm:pt modelId="{53F31378-2A8A-FF4C-8F93-BEBFC211D9B3}" type="pres">
      <dgm:prSet presAssocID="{FB457C7C-0019-4A36-BB10-C0BD13B1E79A}" presName="ConnectLine" presStyleLbl="sibTrans1D1" presStyleIdx="4" presStyleCnt="8"/>
      <dgm:spPr>
        <a:noFill/>
        <a:ln w="12700" cap="flat" cmpd="sng" algn="ctr">
          <a:solidFill>
            <a:schemeClr val="accent2">
              <a:hueOff val="3682064"/>
              <a:satOff val="-10567"/>
              <a:lumOff val="-16919"/>
              <a:alphaOff val="0"/>
            </a:schemeClr>
          </a:solidFill>
          <a:prstDash val="dash"/>
          <a:miter lim="800000"/>
        </a:ln>
        <a:effectLst/>
      </dgm:spPr>
    </dgm:pt>
    <dgm:pt modelId="{E2C0FE46-1DCD-AB48-8BCA-CF1EF8EE8712}" type="pres">
      <dgm:prSet presAssocID="{FB457C7C-0019-4A36-BB10-C0BD13B1E79A}" presName="ConnectorPoint" presStyleLbl="alignNode1" presStyleIdx="4" presStyleCnt="8"/>
      <dgm:spPr/>
    </dgm:pt>
    <dgm:pt modelId="{ACA8169F-3A5F-254F-A4D5-9E469D319781}" type="pres">
      <dgm:prSet presAssocID="{FB457C7C-0019-4A36-BB10-C0BD13B1E79A}" presName="EmptyPlaceHolder" presStyleCnt="0"/>
      <dgm:spPr/>
    </dgm:pt>
    <dgm:pt modelId="{58E52E90-E7F3-894D-A846-04DBC79A0B41}" type="pres">
      <dgm:prSet presAssocID="{0599C5AE-26C5-44E9-8895-E45E4AC140CF}" presName="spaceBetweenRectangles" presStyleCnt="0"/>
      <dgm:spPr/>
    </dgm:pt>
    <dgm:pt modelId="{6136712F-DE22-E746-93B6-C53105394CD5}" type="pres">
      <dgm:prSet presAssocID="{1177BB04-7237-4E71-AE21-8F45149F326F}" presName="composite" presStyleCnt="0"/>
      <dgm:spPr/>
    </dgm:pt>
    <dgm:pt modelId="{407F6000-C492-024D-B767-5028ED5DCCC8}" type="pres">
      <dgm:prSet presAssocID="{1177BB04-7237-4E71-AE21-8F45149F326F}" presName="L1TextContainer" presStyleLbl="revTx" presStyleIdx="5" presStyleCnt="8">
        <dgm:presLayoutVars>
          <dgm:chMax val="1"/>
          <dgm:chPref val="1"/>
          <dgm:bulletEnabled val="1"/>
        </dgm:presLayoutVars>
      </dgm:prSet>
      <dgm:spPr/>
    </dgm:pt>
    <dgm:pt modelId="{2C57454C-19F9-6344-913D-ADF6909EE208}" type="pres">
      <dgm:prSet presAssocID="{1177BB04-7237-4E71-AE21-8F45149F326F}" presName="L2TextContainerWrapper" presStyleCnt="0">
        <dgm:presLayoutVars>
          <dgm:chMax val="0"/>
          <dgm:chPref val="0"/>
          <dgm:bulletEnabled val="1"/>
        </dgm:presLayoutVars>
      </dgm:prSet>
      <dgm:spPr/>
    </dgm:pt>
    <dgm:pt modelId="{722E7428-00D0-CB48-B94C-5F9E29515A42}" type="pres">
      <dgm:prSet presAssocID="{1177BB04-7237-4E71-AE21-8F45149F326F}" presName="L2TextContainer" presStyleLbl="bgAcc1" presStyleIdx="5" presStyleCnt="8"/>
      <dgm:spPr/>
    </dgm:pt>
    <dgm:pt modelId="{55A4FA9E-B10B-874D-AFD9-C3AAC509B798}" type="pres">
      <dgm:prSet presAssocID="{1177BB04-7237-4E71-AE21-8F45149F326F}" presName="FlexibleEmptyPlaceHolder" presStyleCnt="0"/>
      <dgm:spPr/>
    </dgm:pt>
    <dgm:pt modelId="{CB5C1553-D3FE-844A-9820-DF7736D38ED4}" type="pres">
      <dgm:prSet presAssocID="{1177BB04-7237-4E71-AE21-8F45149F326F}" presName="ConnectLine" presStyleLbl="sibTrans1D1" presStyleIdx="5" presStyleCnt="8"/>
      <dgm:spPr>
        <a:noFill/>
        <a:ln w="12700" cap="flat" cmpd="sng" algn="ctr">
          <a:solidFill>
            <a:schemeClr val="accent2">
              <a:hueOff val="4602580"/>
              <a:satOff val="-13209"/>
              <a:lumOff val="-21149"/>
              <a:alphaOff val="0"/>
            </a:schemeClr>
          </a:solidFill>
          <a:prstDash val="dash"/>
          <a:miter lim="800000"/>
        </a:ln>
        <a:effectLst/>
      </dgm:spPr>
    </dgm:pt>
    <dgm:pt modelId="{15D4ACAA-DE47-4540-B2CA-859B02D0A16D}" type="pres">
      <dgm:prSet presAssocID="{1177BB04-7237-4E71-AE21-8F45149F326F}" presName="ConnectorPoint" presStyleLbl="alignNode1" presStyleIdx="5" presStyleCnt="8"/>
      <dgm:spPr/>
    </dgm:pt>
    <dgm:pt modelId="{3DF8BCAE-8A75-084B-9A28-F4C3EF7F413C}" type="pres">
      <dgm:prSet presAssocID="{1177BB04-7237-4E71-AE21-8F45149F326F}" presName="EmptyPlaceHolder" presStyleCnt="0"/>
      <dgm:spPr/>
    </dgm:pt>
    <dgm:pt modelId="{B52C7F4B-9903-2241-9C37-A6C89695A513}" type="pres">
      <dgm:prSet presAssocID="{3F1B18A3-F542-4847-BDE9-56292F80A723}" presName="spaceBetweenRectangles" presStyleCnt="0"/>
      <dgm:spPr/>
    </dgm:pt>
    <dgm:pt modelId="{0D870F99-A00C-C647-AA7C-CEF293C67341}" type="pres">
      <dgm:prSet presAssocID="{C5963897-D8E5-434E-BD3A-45A33FB10C03}" presName="composite" presStyleCnt="0"/>
      <dgm:spPr/>
    </dgm:pt>
    <dgm:pt modelId="{86DD905A-5A79-3E49-B35A-9A4047ECAC94}" type="pres">
      <dgm:prSet presAssocID="{C5963897-D8E5-434E-BD3A-45A33FB10C03}" presName="L1TextContainer" presStyleLbl="revTx" presStyleIdx="6" presStyleCnt="8">
        <dgm:presLayoutVars>
          <dgm:chMax val="1"/>
          <dgm:chPref val="1"/>
          <dgm:bulletEnabled val="1"/>
        </dgm:presLayoutVars>
      </dgm:prSet>
      <dgm:spPr/>
    </dgm:pt>
    <dgm:pt modelId="{C3859080-CAAD-4A43-9C5C-5AB441D2D4AB}" type="pres">
      <dgm:prSet presAssocID="{C5963897-D8E5-434E-BD3A-45A33FB10C03}" presName="L2TextContainerWrapper" presStyleCnt="0">
        <dgm:presLayoutVars>
          <dgm:chMax val="0"/>
          <dgm:chPref val="0"/>
          <dgm:bulletEnabled val="1"/>
        </dgm:presLayoutVars>
      </dgm:prSet>
      <dgm:spPr/>
    </dgm:pt>
    <dgm:pt modelId="{9842013A-DA65-7542-A552-7BDE33164156}" type="pres">
      <dgm:prSet presAssocID="{C5963897-D8E5-434E-BD3A-45A33FB10C03}" presName="L2TextContainer" presStyleLbl="bgAcc1" presStyleIdx="6" presStyleCnt="8"/>
      <dgm:spPr/>
    </dgm:pt>
    <dgm:pt modelId="{54032869-F35D-D24F-ABA0-B59228931EA7}" type="pres">
      <dgm:prSet presAssocID="{C5963897-D8E5-434E-BD3A-45A33FB10C03}" presName="FlexibleEmptyPlaceHolder" presStyleCnt="0"/>
      <dgm:spPr/>
    </dgm:pt>
    <dgm:pt modelId="{46F21D10-A436-E449-B5BC-4AEF95B6E19C}" type="pres">
      <dgm:prSet presAssocID="{C5963897-D8E5-434E-BD3A-45A33FB10C03}" presName="ConnectLine" presStyleLbl="sibTrans1D1" presStyleIdx="6" presStyleCnt="8"/>
      <dgm:spPr>
        <a:noFill/>
        <a:ln w="12700" cap="flat" cmpd="sng" algn="ctr">
          <a:solidFill>
            <a:schemeClr val="accent2">
              <a:hueOff val="5523096"/>
              <a:satOff val="-15851"/>
              <a:lumOff val="-25379"/>
              <a:alphaOff val="0"/>
            </a:schemeClr>
          </a:solidFill>
          <a:prstDash val="dash"/>
          <a:miter lim="800000"/>
        </a:ln>
        <a:effectLst/>
      </dgm:spPr>
    </dgm:pt>
    <dgm:pt modelId="{162BBA52-CBA5-9741-81B5-1BA628C72EDE}" type="pres">
      <dgm:prSet presAssocID="{C5963897-D8E5-434E-BD3A-45A33FB10C03}" presName="ConnectorPoint" presStyleLbl="alignNode1" presStyleIdx="6" presStyleCnt="8"/>
      <dgm:spPr/>
    </dgm:pt>
    <dgm:pt modelId="{9D13BBA1-C004-BF45-A34E-20D477E04D50}" type="pres">
      <dgm:prSet presAssocID="{C5963897-D8E5-434E-BD3A-45A33FB10C03}" presName="EmptyPlaceHolder" presStyleCnt="0"/>
      <dgm:spPr/>
    </dgm:pt>
    <dgm:pt modelId="{2983FD78-222F-764B-B6FF-4C5EA71FE936}" type="pres">
      <dgm:prSet presAssocID="{B0B56BE8-5388-491E-A0CB-D178BAB36AAA}" presName="spaceBetweenRectangles" presStyleCnt="0"/>
      <dgm:spPr/>
    </dgm:pt>
    <dgm:pt modelId="{E4A77470-9403-134D-9C0B-C82651612ADE}" type="pres">
      <dgm:prSet presAssocID="{8774389F-6058-494A-9C5D-DB315FA3BCEA}" presName="composite" presStyleCnt="0"/>
      <dgm:spPr/>
    </dgm:pt>
    <dgm:pt modelId="{EF6984B2-1BC5-CA41-B2D9-B82081AEEB13}" type="pres">
      <dgm:prSet presAssocID="{8774389F-6058-494A-9C5D-DB315FA3BCEA}" presName="L1TextContainer" presStyleLbl="revTx" presStyleIdx="7" presStyleCnt="8">
        <dgm:presLayoutVars>
          <dgm:chMax val="1"/>
          <dgm:chPref val="1"/>
          <dgm:bulletEnabled val="1"/>
        </dgm:presLayoutVars>
      </dgm:prSet>
      <dgm:spPr/>
    </dgm:pt>
    <dgm:pt modelId="{101753D7-9815-0B40-BC77-3578CD88A35A}" type="pres">
      <dgm:prSet presAssocID="{8774389F-6058-494A-9C5D-DB315FA3BCEA}" presName="L2TextContainerWrapper" presStyleCnt="0">
        <dgm:presLayoutVars>
          <dgm:chMax val="0"/>
          <dgm:chPref val="0"/>
          <dgm:bulletEnabled val="1"/>
        </dgm:presLayoutVars>
      </dgm:prSet>
      <dgm:spPr/>
    </dgm:pt>
    <dgm:pt modelId="{C668C167-FC78-6646-B866-74AC6050916A}" type="pres">
      <dgm:prSet presAssocID="{8774389F-6058-494A-9C5D-DB315FA3BCEA}" presName="L2TextContainer" presStyleLbl="bgAcc1" presStyleIdx="7" presStyleCnt="8"/>
      <dgm:spPr/>
    </dgm:pt>
    <dgm:pt modelId="{0AF518D5-CED3-1540-A4E7-4D57319DF634}" type="pres">
      <dgm:prSet presAssocID="{8774389F-6058-494A-9C5D-DB315FA3BCEA}" presName="FlexibleEmptyPlaceHolder" presStyleCnt="0"/>
      <dgm:spPr/>
    </dgm:pt>
    <dgm:pt modelId="{9AF2AB62-E2CD-0945-B563-20222A3243EC}" type="pres">
      <dgm:prSet presAssocID="{8774389F-6058-494A-9C5D-DB315FA3BCEA}" presName="ConnectLine" presStyleLbl="sibTrans1D1" presStyleIdx="7" presStyleCnt="8"/>
      <dgm:spPr>
        <a:noFill/>
        <a:ln w="12700" cap="flat" cmpd="sng" algn="ctr">
          <a:solidFill>
            <a:schemeClr val="accent2">
              <a:hueOff val="6443612"/>
              <a:satOff val="-18493"/>
              <a:lumOff val="-29609"/>
              <a:alphaOff val="0"/>
            </a:schemeClr>
          </a:solidFill>
          <a:prstDash val="dash"/>
          <a:miter lim="800000"/>
        </a:ln>
        <a:effectLst/>
      </dgm:spPr>
    </dgm:pt>
    <dgm:pt modelId="{7440C901-C190-FA45-845C-7527D78828AA}" type="pres">
      <dgm:prSet presAssocID="{8774389F-6058-494A-9C5D-DB315FA3BCEA}" presName="ConnectorPoint" presStyleLbl="alignNode1" presStyleIdx="7" presStyleCnt="8"/>
      <dgm:spPr/>
    </dgm:pt>
    <dgm:pt modelId="{1D54FDE5-8DBD-D842-BAAC-F49628A9F82B}" type="pres">
      <dgm:prSet presAssocID="{8774389F-6058-494A-9C5D-DB315FA3BCEA}" presName="EmptyPlaceHolder" presStyleCnt="0"/>
      <dgm:spPr/>
    </dgm:pt>
  </dgm:ptLst>
  <dgm:cxnLst>
    <dgm:cxn modelId="{C420CC01-6485-D14E-B412-65DD2DA9EEB2}" type="presOf" srcId="{6A8C8DE6-4594-42C1-B2E1-ABF68311E900}" destId="{4729F997-9950-FD46-9387-392216C74D0A}" srcOrd="0" destOrd="0" presId="urn:microsoft.com/office/officeart/2016/7/layout/BasicTimeline"/>
    <dgm:cxn modelId="{9FFB6310-371D-42D0-9D03-0BD98B666BF2}" srcId="{7AD0E5E4-AED8-4696-B74E-0ED9C81C9D1C}" destId="{3A64C51F-5C7C-4276-88BA-F21BC0C8DA95}" srcOrd="0" destOrd="0" parTransId="{2654D48A-D2C7-40AA-84AC-818AE9BB260F}" sibTransId="{AAA675B6-0403-4CA2-8434-E4BDC4E1C5BC}"/>
    <dgm:cxn modelId="{AD403B1D-5738-2B4C-8A55-E8C6BB098FF6}" type="presOf" srcId="{397776E2-D7ED-4297-9D59-7068A52453C9}" destId="{CA995C69-3844-584A-B6A9-5D6CA7830EA4}" srcOrd="0" destOrd="0" presId="urn:microsoft.com/office/officeart/2016/7/layout/BasicTimeline"/>
    <dgm:cxn modelId="{59BB2B20-1B5A-45D8-868E-E61DC02A7A88}" srcId="{32A87D49-D875-42E6-852E-B3398816C6F1}" destId="{8E8D7F6D-9025-4816-BC1D-5764704ADB4C}" srcOrd="0" destOrd="0" parTransId="{543A8555-0A48-4008-BF4D-D94E6F43411D}" sibTransId="{6F56A187-1836-4D49-BBAE-55C14BDE548A}"/>
    <dgm:cxn modelId="{75266620-1852-1449-9016-383A3E361FED}" type="presOf" srcId="{F94C56C1-BAA8-4F37-9A04-E6735CBEE3CF}" destId="{FD7D6B11-40FB-F746-8867-38125E23C185}" srcOrd="0" destOrd="1" presId="urn:microsoft.com/office/officeart/2016/7/layout/BasicTimeline"/>
    <dgm:cxn modelId="{F8F4BB20-EEA6-464C-9D54-F2361E71E7CB}" type="presOf" srcId="{32A87D49-D875-42E6-852E-B3398816C6F1}" destId="{722E7428-00D0-CB48-B94C-5F9E29515A42}" srcOrd="0" destOrd="0" presId="urn:microsoft.com/office/officeart/2016/7/layout/BasicTimeline"/>
    <dgm:cxn modelId="{9DCB4C27-ADF7-3248-8B45-E793139E6ADF}" type="presOf" srcId="{FB457C7C-0019-4A36-BB10-C0BD13B1E79A}" destId="{15DB998B-A3CC-B24C-A07C-D8DCC85EFF78}" srcOrd="0" destOrd="0" presId="urn:microsoft.com/office/officeart/2016/7/layout/BasicTimeline"/>
    <dgm:cxn modelId="{F2679939-C1F3-D447-896B-9E79601CB3C2}" type="presOf" srcId="{3A64C51F-5C7C-4276-88BA-F21BC0C8DA95}" destId="{7984158E-853D-1B43-84CC-F485F9F3A2AC}" srcOrd="0" destOrd="0" presId="urn:microsoft.com/office/officeart/2016/7/layout/BasicTimeline"/>
    <dgm:cxn modelId="{B84A4C3B-55D3-457D-8225-D0E8C401E381}" srcId="{FB457C7C-0019-4A36-BB10-C0BD13B1E79A}" destId="{AE604E89-B823-4474-A447-CDD563649143}" srcOrd="0" destOrd="0" parTransId="{14A45DF9-727F-4046-8AE6-2FC5D211D8C7}" sibTransId="{CF9F4674-6838-4043-9550-F36307A60137}"/>
    <dgm:cxn modelId="{7D2C8A41-2913-0D4E-AA38-AC23D90F5E50}" type="presOf" srcId="{A70606C0-1057-49BA-83E7-266C90AD281A}" destId="{9842013A-DA65-7542-A552-7BDE33164156}" srcOrd="0" destOrd="0" presId="urn:microsoft.com/office/officeart/2016/7/layout/BasicTimeline"/>
    <dgm:cxn modelId="{F2AFCC4C-4285-F049-BAC2-D080B94CE90C}" type="presOf" srcId="{AE604E89-B823-4474-A447-CDD563649143}" destId="{DE8B96C0-9179-0644-8655-9DD72042C63B}" srcOrd="0" destOrd="0" presId="urn:microsoft.com/office/officeart/2016/7/layout/BasicTimeline"/>
    <dgm:cxn modelId="{66D0E74F-057F-4AE5-B171-520DE96929E8}" srcId="{0B2E55B2-779E-41E3-A196-7F2A3E79D69A}" destId="{F94C56C1-BAA8-4F37-9A04-E6735CBEE3CF}" srcOrd="0" destOrd="0" parTransId="{3D19228D-1403-4082-9AE9-C1A039955F1C}" sibTransId="{732276AA-7518-4587-987F-9BF0383FCFBD}"/>
    <dgm:cxn modelId="{358CD756-8C30-4F96-B054-FB2018CD3257}" srcId="{C5963897-D8E5-434E-BD3A-45A33FB10C03}" destId="{A70606C0-1057-49BA-83E7-266C90AD281A}" srcOrd="0" destOrd="0" parTransId="{FF2BEBF4-E0BC-4582-9D77-7676B7E32C40}" sibTransId="{22BFADD6-FCB5-46A4-B739-1A1A3529FEC0}"/>
    <dgm:cxn modelId="{CA8EA166-B203-B745-A6B5-10C9625E9C1D}" type="presOf" srcId="{3B609A07-0642-469F-A65E-93C75E0A3C0D}" destId="{C668C167-FC78-6646-B866-74AC6050916A}" srcOrd="0" destOrd="0" presId="urn:microsoft.com/office/officeart/2016/7/layout/BasicTimeline"/>
    <dgm:cxn modelId="{A7BBC96E-818C-BC4E-AF44-23D199C3A006}" type="presOf" srcId="{A850C3CF-D2E6-4FE4-9869-2E26B796683B}" destId="{01D324F0-CF72-D24D-B70D-1050AD76BF6E}" srcOrd="0" destOrd="0" presId="urn:microsoft.com/office/officeart/2016/7/layout/BasicTimeline"/>
    <dgm:cxn modelId="{8F3FCB74-F8FA-4E53-8133-DCFAA9043481}" srcId="{5FB90674-F66F-4086-86DF-392FDFEBD49A}" destId="{397776E2-D7ED-4297-9D59-7068A52453C9}" srcOrd="2" destOrd="0" parTransId="{C70383D7-6A19-4B28-A6BB-0E796CBB37D0}" sibTransId="{6B2158AD-2195-4848-BFFF-4C5BA50B3DDF}"/>
    <dgm:cxn modelId="{63DDC98E-6388-497D-8835-463118A1B7AC}" srcId="{1177BB04-7237-4E71-AE21-8F45149F326F}" destId="{32A87D49-D875-42E6-852E-B3398816C6F1}" srcOrd="0" destOrd="0" parTransId="{A5DBB66E-6B59-4B23-9A41-89C34635E1FC}" sibTransId="{40F82F21-0230-4D2D-8149-7262C1A107C8}"/>
    <dgm:cxn modelId="{E34F1790-4011-7148-9D42-535311E600CD}" type="presOf" srcId="{7AD0E5E4-AED8-4696-B74E-0ED9C81C9D1C}" destId="{43103FEF-038B-4846-9BA9-E25F2E62336E}" srcOrd="0" destOrd="0" presId="urn:microsoft.com/office/officeart/2016/7/layout/BasicTimeline"/>
    <dgm:cxn modelId="{75238A92-DAF2-4788-B3AD-8709A36A3AD8}" srcId="{5FB90674-F66F-4086-86DF-392FDFEBD49A}" destId="{8774389F-6058-494A-9C5D-DB315FA3BCEA}" srcOrd="7" destOrd="0" parTransId="{C05CE3FA-7BF9-4D6D-9CA8-F362CAFE1FCA}" sibTransId="{8E018FF3-2FD9-4E0D-ACDC-851AC2F09635}"/>
    <dgm:cxn modelId="{A1B27293-6B6F-7E4F-8A0A-C5B8BD4715BF}" type="presOf" srcId="{8774389F-6058-494A-9C5D-DB315FA3BCEA}" destId="{EF6984B2-1BC5-CA41-B2D9-B82081AEEB13}" srcOrd="0" destOrd="0" presId="urn:microsoft.com/office/officeart/2016/7/layout/BasicTimeline"/>
    <dgm:cxn modelId="{DF3D7893-FB73-429E-8BE8-FF9034B6A68F}" srcId="{8774389F-6058-494A-9C5D-DB315FA3BCEA}" destId="{3B609A07-0642-469F-A65E-93C75E0A3C0D}" srcOrd="0" destOrd="0" parTransId="{D3927764-50A6-45FE-B411-E07BBAE9E2B3}" sibTransId="{05466C47-A8C4-4507-9210-0E77B7BA1E84}"/>
    <dgm:cxn modelId="{2F1C78A4-AD89-491D-9AF3-2E13A8C1700C}" srcId="{6A8C8DE6-4594-42C1-B2E1-ABF68311E900}" destId="{0B2E55B2-779E-41E3-A196-7F2A3E79D69A}" srcOrd="0" destOrd="0" parTransId="{4CEE7224-9DEF-4EB8-9B5F-E89072A3508F}" sibTransId="{403B3578-7FB4-45AE-8708-40E2D88E3798}"/>
    <dgm:cxn modelId="{BE181FAB-C5F7-6C4A-88A4-D7080C244A1D}" type="presOf" srcId="{8E8D7F6D-9025-4816-BC1D-5764704ADB4C}" destId="{722E7428-00D0-CB48-B94C-5F9E29515A42}" srcOrd="0" destOrd="1" presId="urn:microsoft.com/office/officeart/2016/7/layout/BasicTimeline"/>
    <dgm:cxn modelId="{60C349AB-4F24-4C3E-AF8A-67EF34C9D37A}" srcId="{5FB90674-F66F-4086-86DF-392FDFEBD49A}" destId="{7AD0E5E4-AED8-4696-B74E-0ED9C81C9D1C}" srcOrd="0" destOrd="0" parTransId="{8CCDCF24-3CCE-47CD-950C-45630C4B81F2}" sibTransId="{77F64107-956A-485C-B92C-CB6B00AB1849}"/>
    <dgm:cxn modelId="{1AF658B0-4598-4E19-8F85-9AD91C328102}" srcId="{658764CB-E248-4B3E-B3D3-6151071C56B6}" destId="{0940FE09-5F11-4490-ADF6-B350CDE0198F}" srcOrd="0" destOrd="0" parTransId="{806DB1CF-B32E-425E-AC0D-07095F4322A7}" sibTransId="{978A0D62-F1F7-4B53-8866-49699958A731}"/>
    <dgm:cxn modelId="{926534B4-9F41-0446-8920-8399DE059EA7}" type="presOf" srcId="{0940FE09-5F11-4490-ADF6-B350CDE0198F}" destId="{8829ED50-E25E-7D47-86C3-BAD2D3F45B5F}" srcOrd="0" destOrd="0" presId="urn:microsoft.com/office/officeart/2016/7/layout/BasicTimeline"/>
    <dgm:cxn modelId="{4C1742B4-B180-4B05-B7B5-AC4B30AD5152}" srcId="{5FB90674-F66F-4086-86DF-392FDFEBD49A}" destId="{FB457C7C-0019-4A36-BB10-C0BD13B1E79A}" srcOrd="4" destOrd="0" parTransId="{5A1B8212-1F84-4651-A62F-0618CDF4E7C2}" sibTransId="{0599C5AE-26C5-44E9-8895-E45E4AC140CF}"/>
    <dgm:cxn modelId="{953C0DB5-46C6-7C49-BB1B-469E6847B2F1}" type="presOf" srcId="{0B2E55B2-779E-41E3-A196-7F2A3E79D69A}" destId="{FD7D6B11-40FB-F746-8867-38125E23C185}" srcOrd="0" destOrd="0" presId="urn:microsoft.com/office/officeart/2016/7/layout/BasicTimeline"/>
    <dgm:cxn modelId="{25BC8FB9-3EEB-4BF9-9860-0F69A4681963}" srcId="{5FB90674-F66F-4086-86DF-392FDFEBD49A}" destId="{6A8C8DE6-4594-42C1-B2E1-ABF68311E900}" srcOrd="1" destOrd="0" parTransId="{9B36B1FB-F61C-4588-8F2B-FC772CBE2B83}" sibTransId="{2BC8E42C-01BD-40A4-BED2-AE1655913914}"/>
    <dgm:cxn modelId="{87EBA5C0-1D26-534E-9623-5C1A12FD56CE}" type="presOf" srcId="{1177BB04-7237-4E71-AE21-8F45149F326F}" destId="{407F6000-C492-024D-B767-5028ED5DCCC8}" srcOrd="0" destOrd="0" presId="urn:microsoft.com/office/officeart/2016/7/layout/BasicTimeline"/>
    <dgm:cxn modelId="{E7EBD8CE-3226-456D-AEAA-F2FF785AF5F6}" srcId="{5FB90674-F66F-4086-86DF-392FDFEBD49A}" destId="{C5963897-D8E5-434E-BD3A-45A33FB10C03}" srcOrd="6" destOrd="0" parTransId="{13494032-D0C3-495B-87DB-8818648F8950}" sibTransId="{B0B56BE8-5388-491E-A0CB-D178BAB36AAA}"/>
    <dgm:cxn modelId="{C47A97D4-CF06-F246-99C6-4A33FBC40A71}" type="presOf" srcId="{C5963897-D8E5-434E-BD3A-45A33FB10C03}" destId="{86DD905A-5A79-3E49-B35A-9A4047ECAC94}" srcOrd="0" destOrd="0" presId="urn:microsoft.com/office/officeart/2016/7/layout/BasicTimeline"/>
    <dgm:cxn modelId="{9199BBD4-0154-4C7B-96C0-95163A8D66CB}" srcId="{5FB90674-F66F-4086-86DF-392FDFEBD49A}" destId="{658764CB-E248-4B3E-B3D3-6151071C56B6}" srcOrd="3" destOrd="0" parTransId="{9E7B1B20-E63B-49FE-89B1-12825B4D64E5}" sibTransId="{5261BBDB-0936-4D5B-8936-1F4C16F79A80}"/>
    <dgm:cxn modelId="{0B120BDE-0B85-FC43-9751-585D9D952BF8}" type="presOf" srcId="{5FB90674-F66F-4086-86DF-392FDFEBD49A}" destId="{C91DB539-B6FE-2741-A5C4-F99F1F03915C}" srcOrd="0" destOrd="0" presId="urn:microsoft.com/office/officeart/2016/7/layout/BasicTimeline"/>
    <dgm:cxn modelId="{EBE91CF2-6AED-4101-B4C7-09437F4ABED6}" srcId="{5FB90674-F66F-4086-86DF-392FDFEBD49A}" destId="{1177BB04-7237-4E71-AE21-8F45149F326F}" srcOrd="5" destOrd="0" parTransId="{C80CF327-1BF3-455D-A7E1-361C0C1C8477}" sibTransId="{3F1B18A3-F542-4847-BDE9-56292F80A723}"/>
    <dgm:cxn modelId="{546163F8-959E-2047-BDA2-36BB0F00FF3E}" type="presOf" srcId="{658764CB-E248-4B3E-B3D3-6151071C56B6}" destId="{EE7E2CF7-AD84-774C-8108-A48246F9DAF9}" srcOrd="0" destOrd="0" presId="urn:microsoft.com/office/officeart/2016/7/layout/BasicTimeline"/>
    <dgm:cxn modelId="{6FC59CFA-284D-428B-94EC-EC723B4F85A0}" srcId="{397776E2-D7ED-4297-9D59-7068A52453C9}" destId="{A850C3CF-D2E6-4FE4-9869-2E26B796683B}" srcOrd="0" destOrd="0" parTransId="{DD2F6C10-86C0-411C-A563-208930D5944C}" sibTransId="{A081F7E3-3465-49D3-8D34-197A0B303A74}"/>
    <dgm:cxn modelId="{2E9716C9-A42C-DB40-B3B0-F3F9CBC3F1E4}" type="presParOf" srcId="{C91DB539-B6FE-2741-A5C4-F99F1F03915C}" destId="{99CF0364-C23C-FC4A-B9BA-B3DDEBA77C2F}" srcOrd="0" destOrd="0" presId="urn:microsoft.com/office/officeart/2016/7/layout/BasicTimeline"/>
    <dgm:cxn modelId="{D55095A6-BD0C-814B-AF17-70176E791C2D}" type="presParOf" srcId="{C91DB539-B6FE-2741-A5C4-F99F1F03915C}" destId="{52FDF25A-A3D7-174D-8931-E39EE7BDE4EC}" srcOrd="1" destOrd="0" presId="urn:microsoft.com/office/officeart/2016/7/layout/BasicTimeline"/>
    <dgm:cxn modelId="{2AFD6EBD-76BA-7F40-8CAB-D4BFF29F621F}" type="presParOf" srcId="{52FDF25A-A3D7-174D-8931-E39EE7BDE4EC}" destId="{1679031E-5188-5F44-8322-0106204DC610}" srcOrd="0" destOrd="0" presId="urn:microsoft.com/office/officeart/2016/7/layout/BasicTimeline"/>
    <dgm:cxn modelId="{766883EF-B21C-0846-8300-F94E1C4619A3}" type="presParOf" srcId="{1679031E-5188-5F44-8322-0106204DC610}" destId="{43103FEF-038B-4846-9BA9-E25F2E62336E}" srcOrd="0" destOrd="0" presId="urn:microsoft.com/office/officeart/2016/7/layout/BasicTimeline"/>
    <dgm:cxn modelId="{D8D1CC3B-DE64-B343-B715-D193AF31BAAE}" type="presParOf" srcId="{1679031E-5188-5F44-8322-0106204DC610}" destId="{DB55B4AF-BA43-FD46-9432-AB45D8213286}" srcOrd="1" destOrd="0" presId="urn:microsoft.com/office/officeart/2016/7/layout/BasicTimeline"/>
    <dgm:cxn modelId="{409240D4-E2C1-224F-BBCA-863479109F6D}" type="presParOf" srcId="{DB55B4AF-BA43-FD46-9432-AB45D8213286}" destId="{7984158E-853D-1B43-84CC-F485F9F3A2AC}" srcOrd="0" destOrd="0" presId="urn:microsoft.com/office/officeart/2016/7/layout/BasicTimeline"/>
    <dgm:cxn modelId="{5A41C144-F35B-644B-A7A1-9CDB5441EF14}" type="presParOf" srcId="{DB55B4AF-BA43-FD46-9432-AB45D8213286}" destId="{4A32E8F4-DB37-854D-B4C3-45EE058C7335}" srcOrd="1" destOrd="0" presId="urn:microsoft.com/office/officeart/2016/7/layout/BasicTimeline"/>
    <dgm:cxn modelId="{B9C6A80E-C818-F540-9A67-8FAD6DB4622C}" type="presParOf" srcId="{1679031E-5188-5F44-8322-0106204DC610}" destId="{1B6AEE69-5CF0-9A47-81A4-658C25698074}" srcOrd="2" destOrd="0" presId="urn:microsoft.com/office/officeart/2016/7/layout/BasicTimeline"/>
    <dgm:cxn modelId="{C0D841DC-F282-6548-8A81-36B8DCCC24C0}" type="presParOf" srcId="{1679031E-5188-5F44-8322-0106204DC610}" destId="{5C3CD576-09E7-1942-B2C3-DC86C74CC8E9}" srcOrd="3" destOrd="0" presId="urn:microsoft.com/office/officeart/2016/7/layout/BasicTimeline"/>
    <dgm:cxn modelId="{174DAE00-9FCC-2040-89D2-C6BEC2A50815}" type="presParOf" srcId="{1679031E-5188-5F44-8322-0106204DC610}" destId="{888F4395-134C-3B4D-905F-27EF12A8368B}" srcOrd="4" destOrd="0" presId="urn:microsoft.com/office/officeart/2016/7/layout/BasicTimeline"/>
    <dgm:cxn modelId="{3C140112-431A-D24A-B4EA-FA9B0D943F76}" type="presParOf" srcId="{52FDF25A-A3D7-174D-8931-E39EE7BDE4EC}" destId="{48FF2FA0-A3D6-B940-9554-BA338389688E}" srcOrd="1" destOrd="0" presId="urn:microsoft.com/office/officeart/2016/7/layout/BasicTimeline"/>
    <dgm:cxn modelId="{98E9DFE1-3CE4-9248-A9DA-EB59B97331DF}" type="presParOf" srcId="{52FDF25A-A3D7-174D-8931-E39EE7BDE4EC}" destId="{7A176204-CBC6-BD4E-8454-43E0DFD897B3}" srcOrd="2" destOrd="0" presId="urn:microsoft.com/office/officeart/2016/7/layout/BasicTimeline"/>
    <dgm:cxn modelId="{246F5A63-3513-E74F-A782-17FA9939DA71}" type="presParOf" srcId="{7A176204-CBC6-BD4E-8454-43E0DFD897B3}" destId="{4729F997-9950-FD46-9387-392216C74D0A}" srcOrd="0" destOrd="0" presId="urn:microsoft.com/office/officeart/2016/7/layout/BasicTimeline"/>
    <dgm:cxn modelId="{E77CB5F5-1B00-3B44-9853-31CCAAF9336C}" type="presParOf" srcId="{7A176204-CBC6-BD4E-8454-43E0DFD897B3}" destId="{424AFAEC-1660-804F-8496-EB53E353C61E}" srcOrd="1" destOrd="0" presId="urn:microsoft.com/office/officeart/2016/7/layout/BasicTimeline"/>
    <dgm:cxn modelId="{CC764EDA-F00D-AC48-A573-B9DAB401CE47}" type="presParOf" srcId="{424AFAEC-1660-804F-8496-EB53E353C61E}" destId="{FD7D6B11-40FB-F746-8867-38125E23C185}" srcOrd="0" destOrd="0" presId="urn:microsoft.com/office/officeart/2016/7/layout/BasicTimeline"/>
    <dgm:cxn modelId="{539DB89F-F79F-8747-A08B-E794BCCEB6D2}" type="presParOf" srcId="{424AFAEC-1660-804F-8496-EB53E353C61E}" destId="{6F44D7CF-77F8-0843-A56C-393D4EED4176}" srcOrd="1" destOrd="0" presId="urn:microsoft.com/office/officeart/2016/7/layout/BasicTimeline"/>
    <dgm:cxn modelId="{5033B5F8-7EB9-294E-A76F-A2F306A3F1C7}" type="presParOf" srcId="{7A176204-CBC6-BD4E-8454-43E0DFD897B3}" destId="{F67DD6CC-B009-0842-8B0A-787890A45CD5}" srcOrd="2" destOrd="0" presId="urn:microsoft.com/office/officeart/2016/7/layout/BasicTimeline"/>
    <dgm:cxn modelId="{D3803600-82C1-8843-A1A8-2BFB9DF24919}" type="presParOf" srcId="{7A176204-CBC6-BD4E-8454-43E0DFD897B3}" destId="{E2A7B158-40F1-7A42-9002-113F5C3A7FA9}" srcOrd="3" destOrd="0" presId="urn:microsoft.com/office/officeart/2016/7/layout/BasicTimeline"/>
    <dgm:cxn modelId="{FDB13678-1DD6-CC42-89AF-D7896A3E3FC2}" type="presParOf" srcId="{7A176204-CBC6-BD4E-8454-43E0DFD897B3}" destId="{B4F4653A-C3EA-124E-8DBE-604702C57AAA}" srcOrd="4" destOrd="0" presId="urn:microsoft.com/office/officeart/2016/7/layout/BasicTimeline"/>
    <dgm:cxn modelId="{C2108BE3-81B5-4D46-9D3A-DE6729D6D3CA}" type="presParOf" srcId="{52FDF25A-A3D7-174D-8931-E39EE7BDE4EC}" destId="{B4B6C234-CD4D-A346-AB67-A75C45506022}" srcOrd="3" destOrd="0" presId="urn:microsoft.com/office/officeart/2016/7/layout/BasicTimeline"/>
    <dgm:cxn modelId="{EDFD6E82-B6D5-5F4C-9A6F-8DC10CEDF66B}" type="presParOf" srcId="{52FDF25A-A3D7-174D-8931-E39EE7BDE4EC}" destId="{405D7C63-DC31-C24D-8225-B42563B03F67}" srcOrd="4" destOrd="0" presId="urn:microsoft.com/office/officeart/2016/7/layout/BasicTimeline"/>
    <dgm:cxn modelId="{1CBC0711-7B89-B747-99B3-D0EF2B676E6E}" type="presParOf" srcId="{405D7C63-DC31-C24D-8225-B42563B03F67}" destId="{CA995C69-3844-584A-B6A9-5D6CA7830EA4}" srcOrd="0" destOrd="0" presId="urn:microsoft.com/office/officeart/2016/7/layout/BasicTimeline"/>
    <dgm:cxn modelId="{F331E941-C19C-6445-8B9D-7E04ABF3C278}" type="presParOf" srcId="{405D7C63-DC31-C24D-8225-B42563B03F67}" destId="{32859805-E240-D747-87CD-81F04DB4CF50}" srcOrd="1" destOrd="0" presId="urn:microsoft.com/office/officeart/2016/7/layout/BasicTimeline"/>
    <dgm:cxn modelId="{D1C0ED57-8B85-4947-9B41-9232F5703B28}" type="presParOf" srcId="{32859805-E240-D747-87CD-81F04DB4CF50}" destId="{01D324F0-CF72-D24D-B70D-1050AD76BF6E}" srcOrd="0" destOrd="0" presId="urn:microsoft.com/office/officeart/2016/7/layout/BasicTimeline"/>
    <dgm:cxn modelId="{7B15BA83-8F64-3143-93D6-281C7E20E4F8}" type="presParOf" srcId="{32859805-E240-D747-87CD-81F04DB4CF50}" destId="{27FCFE2D-3C76-1240-8A79-029774EAB228}" srcOrd="1" destOrd="0" presId="urn:microsoft.com/office/officeart/2016/7/layout/BasicTimeline"/>
    <dgm:cxn modelId="{C5FD4621-99AA-6649-9782-2C0F9920C74E}" type="presParOf" srcId="{405D7C63-DC31-C24D-8225-B42563B03F67}" destId="{FEE41120-1D55-7F47-8E92-EF6825712B5A}" srcOrd="2" destOrd="0" presId="urn:microsoft.com/office/officeart/2016/7/layout/BasicTimeline"/>
    <dgm:cxn modelId="{C41940DD-2F90-794B-9F9B-42ABC76620A6}" type="presParOf" srcId="{405D7C63-DC31-C24D-8225-B42563B03F67}" destId="{3F1A6266-E6BC-D142-A945-524E3E576DB8}" srcOrd="3" destOrd="0" presId="urn:microsoft.com/office/officeart/2016/7/layout/BasicTimeline"/>
    <dgm:cxn modelId="{8B733F90-A794-E34B-B72C-67BCF2CD11AC}" type="presParOf" srcId="{405D7C63-DC31-C24D-8225-B42563B03F67}" destId="{486A4445-BA65-A54B-97EF-FBBD1492F30F}" srcOrd="4" destOrd="0" presId="urn:microsoft.com/office/officeart/2016/7/layout/BasicTimeline"/>
    <dgm:cxn modelId="{752061DD-20A7-664A-A327-8E9DDB711E61}" type="presParOf" srcId="{52FDF25A-A3D7-174D-8931-E39EE7BDE4EC}" destId="{AB60CA3B-7B45-BE45-BEF9-F1BE919DAAB6}" srcOrd="5" destOrd="0" presId="urn:microsoft.com/office/officeart/2016/7/layout/BasicTimeline"/>
    <dgm:cxn modelId="{B7D1B3DB-12D7-6445-BCC5-19C002679C0E}" type="presParOf" srcId="{52FDF25A-A3D7-174D-8931-E39EE7BDE4EC}" destId="{E6CF10B9-1981-6148-B2EF-1E4AB4BC31C6}" srcOrd="6" destOrd="0" presId="urn:microsoft.com/office/officeart/2016/7/layout/BasicTimeline"/>
    <dgm:cxn modelId="{39247F39-550A-3249-85F7-CA1AFB72DED1}" type="presParOf" srcId="{E6CF10B9-1981-6148-B2EF-1E4AB4BC31C6}" destId="{EE7E2CF7-AD84-774C-8108-A48246F9DAF9}" srcOrd="0" destOrd="0" presId="urn:microsoft.com/office/officeart/2016/7/layout/BasicTimeline"/>
    <dgm:cxn modelId="{396B4856-7754-4A46-B0F1-517A9A2B66DD}" type="presParOf" srcId="{E6CF10B9-1981-6148-B2EF-1E4AB4BC31C6}" destId="{1C131594-ED3F-6441-AF82-F5058D3B73DF}" srcOrd="1" destOrd="0" presId="urn:microsoft.com/office/officeart/2016/7/layout/BasicTimeline"/>
    <dgm:cxn modelId="{4423324E-FA4B-9341-B84D-5CAED3F78848}" type="presParOf" srcId="{1C131594-ED3F-6441-AF82-F5058D3B73DF}" destId="{8829ED50-E25E-7D47-86C3-BAD2D3F45B5F}" srcOrd="0" destOrd="0" presId="urn:microsoft.com/office/officeart/2016/7/layout/BasicTimeline"/>
    <dgm:cxn modelId="{59ECDED5-E911-DC4D-A0EC-B80C8ACE49AF}" type="presParOf" srcId="{1C131594-ED3F-6441-AF82-F5058D3B73DF}" destId="{81D7ED5A-C186-8A44-B25D-FDFF115EC6AD}" srcOrd="1" destOrd="0" presId="urn:microsoft.com/office/officeart/2016/7/layout/BasicTimeline"/>
    <dgm:cxn modelId="{55BFA977-4E81-894C-B7C9-EB37FB368AEC}" type="presParOf" srcId="{E6CF10B9-1981-6148-B2EF-1E4AB4BC31C6}" destId="{06187070-92CD-7541-89F8-1AB028B5C950}" srcOrd="2" destOrd="0" presId="urn:microsoft.com/office/officeart/2016/7/layout/BasicTimeline"/>
    <dgm:cxn modelId="{242C724B-03EB-D942-865C-41BBB5E2B59B}" type="presParOf" srcId="{E6CF10B9-1981-6148-B2EF-1E4AB4BC31C6}" destId="{F76E7894-F6C9-9140-8780-402EEA7AA5F2}" srcOrd="3" destOrd="0" presId="urn:microsoft.com/office/officeart/2016/7/layout/BasicTimeline"/>
    <dgm:cxn modelId="{B46C3D2C-6D0D-3C43-A2AF-BF0EA410D34A}" type="presParOf" srcId="{E6CF10B9-1981-6148-B2EF-1E4AB4BC31C6}" destId="{DD60533A-430C-DD47-AAFA-6BFC282070EB}" srcOrd="4" destOrd="0" presId="urn:microsoft.com/office/officeart/2016/7/layout/BasicTimeline"/>
    <dgm:cxn modelId="{806DADE7-E1C4-B94E-B331-0CDCFF6EFA78}" type="presParOf" srcId="{52FDF25A-A3D7-174D-8931-E39EE7BDE4EC}" destId="{F40877E3-E3DF-C847-BAC1-B3B7B777DC4F}" srcOrd="7" destOrd="0" presId="urn:microsoft.com/office/officeart/2016/7/layout/BasicTimeline"/>
    <dgm:cxn modelId="{D5F330CF-C290-3741-8CB8-8933E33621CD}" type="presParOf" srcId="{52FDF25A-A3D7-174D-8931-E39EE7BDE4EC}" destId="{1DDBF9C1-8A88-FD43-982C-0226E264CFBF}" srcOrd="8" destOrd="0" presId="urn:microsoft.com/office/officeart/2016/7/layout/BasicTimeline"/>
    <dgm:cxn modelId="{B6335ABA-376C-C84D-9868-996B0DA9B52D}" type="presParOf" srcId="{1DDBF9C1-8A88-FD43-982C-0226E264CFBF}" destId="{15DB998B-A3CC-B24C-A07C-D8DCC85EFF78}" srcOrd="0" destOrd="0" presId="urn:microsoft.com/office/officeart/2016/7/layout/BasicTimeline"/>
    <dgm:cxn modelId="{C2ABEE13-2BD3-D644-8995-ED97B0E79FEE}" type="presParOf" srcId="{1DDBF9C1-8A88-FD43-982C-0226E264CFBF}" destId="{6E3EBA9E-80CC-284C-84F7-9D9C12ED7361}" srcOrd="1" destOrd="0" presId="urn:microsoft.com/office/officeart/2016/7/layout/BasicTimeline"/>
    <dgm:cxn modelId="{00D6C849-4B1D-F446-9C1C-B075AEB3BD37}" type="presParOf" srcId="{6E3EBA9E-80CC-284C-84F7-9D9C12ED7361}" destId="{DE8B96C0-9179-0644-8655-9DD72042C63B}" srcOrd="0" destOrd="0" presId="urn:microsoft.com/office/officeart/2016/7/layout/BasicTimeline"/>
    <dgm:cxn modelId="{D2797081-D631-9644-BB4C-1DE797C357B0}" type="presParOf" srcId="{6E3EBA9E-80CC-284C-84F7-9D9C12ED7361}" destId="{E35BE197-3A54-D149-BCAD-DCDB3BA8865A}" srcOrd="1" destOrd="0" presId="urn:microsoft.com/office/officeart/2016/7/layout/BasicTimeline"/>
    <dgm:cxn modelId="{0368996A-F97C-4C42-A753-07B83C035CCB}" type="presParOf" srcId="{1DDBF9C1-8A88-FD43-982C-0226E264CFBF}" destId="{53F31378-2A8A-FF4C-8F93-BEBFC211D9B3}" srcOrd="2" destOrd="0" presId="urn:microsoft.com/office/officeart/2016/7/layout/BasicTimeline"/>
    <dgm:cxn modelId="{A712F3A9-5ADB-664F-9939-1222274EA1AA}" type="presParOf" srcId="{1DDBF9C1-8A88-FD43-982C-0226E264CFBF}" destId="{E2C0FE46-1DCD-AB48-8BCA-CF1EF8EE8712}" srcOrd="3" destOrd="0" presId="urn:microsoft.com/office/officeart/2016/7/layout/BasicTimeline"/>
    <dgm:cxn modelId="{8BE40AAB-FEC8-E642-AA78-1101541DF8AA}" type="presParOf" srcId="{1DDBF9C1-8A88-FD43-982C-0226E264CFBF}" destId="{ACA8169F-3A5F-254F-A4D5-9E469D319781}" srcOrd="4" destOrd="0" presId="urn:microsoft.com/office/officeart/2016/7/layout/BasicTimeline"/>
    <dgm:cxn modelId="{EC6B2EC2-192E-5F4D-A15D-237909377468}" type="presParOf" srcId="{52FDF25A-A3D7-174D-8931-E39EE7BDE4EC}" destId="{58E52E90-E7F3-894D-A846-04DBC79A0B41}" srcOrd="9" destOrd="0" presId="urn:microsoft.com/office/officeart/2016/7/layout/BasicTimeline"/>
    <dgm:cxn modelId="{75C414E2-302E-B346-B320-6A98E0F84BA4}" type="presParOf" srcId="{52FDF25A-A3D7-174D-8931-E39EE7BDE4EC}" destId="{6136712F-DE22-E746-93B6-C53105394CD5}" srcOrd="10" destOrd="0" presId="urn:microsoft.com/office/officeart/2016/7/layout/BasicTimeline"/>
    <dgm:cxn modelId="{50C5456A-1480-0E47-9405-35E374239E51}" type="presParOf" srcId="{6136712F-DE22-E746-93B6-C53105394CD5}" destId="{407F6000-C492-024D-B767-5028ED5DCCC8}" srcOrd="0" destOrd="0" presId="urn:microsoft.com/office/officeart/2016/7/layout/BasicTimeline"/>
    <dgm:cxn modelId="{14118462-C046-8F4E-AAA5-DBFC7800D732}" type="presParOf" srcId="{6136712F-DE22-E746-93B6-C53105394CD5}" destId="{2C57454C-19F9-6344-913D-ADF6909EE208}" srcOrd="1" destOrd="0" presId="urn:microsoft.com/office/officeart/2016/7/layout/BasicTimeline"/>
    <dgm:cxn modelId="{6BE0506B-7DEF-4946-B10E-D0DE23968C4A}" type="presParOf" srcId="{2C57454C-19F9-6344-913D-ADF6909EE208}" destId="{722E7428-00D0-CB48-B94C-5F9E29515A42}" srcOrd="0" destOrd="0" presId="urn:microsoft.com/office/officeart/2016/7/layout/BasicTimeline"/>
    <dgm:cxn modelId="{DA541157-CDFD-BD44-AD74-6FAB87164C77}" type="presParOf" srcId="{2C57454C-19F9-6344-913D-ADF6909EE208}" destId="{55A4FA9E-B10B-874D-AFD9-C3AAC509B798}" srcOrd="1" destOrd="0" presId="urn:microsoft.com/office/officeart/2016/7/layout/BasicTimeline"/>
    <dgm:cxn modelId="{7C0A1F2A-42D9-B742-85A6-A092F35753A2}" type="presParOf" srcId="{6136712F-DE22-E746-93B6-C53105394CD5}" destId="{CB5C1553-D3FE-844A-9820-DF7736D38ED4}" srcOrd="2" destOrd="0" presId="urn:microsoft.com/office/officeart/2016/7/layout/BasicTimeline"/>
    <dgm:cxn modelId="{5C1D6B01-E55D-AA46-B4D0-C1C0BC6BE7FB}" type="presParOf" srcId="{6136712F-DE22-E746-93B6-C53105394CD5}" destId="{15D4ACAA-DE47-4540-B2CA-859B02D0A16D}" srcOrd="3" destOrd="0" presId="urn:microsoft.com/office/officeart/2016/7/layout/BasicTimeline"/>
    <dgm:cxn modelId="{4A4F91B4-0DE7-8240-9EDD-70938F52E425}" type="presParOf" srcId="{6136712F-DE22-E746-93B6-C53105394CD5}" destId="{3DF8BCAE-8A75-084B-9A28-F4C3EF7F413C}" srcOrd="4" destOrd="0" presId="urn:microsoft.com/office/officeart/2016/7/layout/BasicTimeline"/>
    <dgm:cxn modelId="{A67DD918-D111-2643-AC54-A096A98DD093}" type="presParOf" srcId="{52FDF25A-A3D7-174D-8931-E39EE7BDE4EC}" destId="{B52C7F4B-9903-2241-9C37-A6C89695A513}" srcOrd="11" destOrd="0" presId="urn:microsoft.com/office/officeart/2016/7/layout/BasicTimeline"/>
    <dgm:cxn modelId="{842D9903-5949-D44E-959A-EC58C3954775}" type="presParOf" srcId="{52FDF25A-A3D7-174D-8931-E39EE7BDE4EC}" destId="{0D870F99-A00C-C647-AA7C-CEF293C67341}" srcOrd="12" destOrd="0" presId="urn:microsoft.com/office/officeart/2016/7/layout/BasicTimeline"/>
    <dgm:cxn modelId="{4C4B342F-9EF6-954A-8F7D-7E55E71845D2}" type="presParOf" srcId="{0D870F99-A00C-C647-AA7C-CEF293C67341}" destId="{86DD905A-5A79-3E49-B35A-9A4047ECAC94}" srcOrd="0" destOrd="0" presId="urn:microsoft.com/office/officeart/2016/7/layout/BasicTimeline"/>
    <dgm:cxn modelId="{C4FEA7F2-32BE-0B4E-8041-9FD0E307C24B}" type="presParOf" srcId="{0D870F99-A00C-C647-AA7C-CEF293C67341}" destId="{C3859080-CAAD-4A43-9C5C-5AB441D2D4AB}" srcOrd="1" destOrd="0" presId="urn:microsoft.com/office/officeart/2016/7/layout/BasicTimeline"/>
    <dgm:cxn modelId="{3FCBA97A-0143-7642-A8EE-89AECE6C1EC5}" type="presParOf" srcId="{C3859080-CAAD-4A43-9C5C-5AB441D2D4AB}" destId="{9842013A-DA65-7542-A552-7BDE33164156}" srcOrd="0" destOrd="0" presId="urn:microsoft.com/office/officeart/2016/7/layout/BasicTimeline"/>
    <dgm:cxn modelId="{FEBF9D93-AA75-164D-A2E3-7056552309E4}" type="presParOf" srcId="{C3859080-CAAD-4A43-9C5C-5AB441D2D4AB}" destId="{54032869-F35D-D24F-ABA0-B59228931EA7}" srcOrd="1" destOrd="0" presId="urn:microsoft.com/office/officeart/2016/7/layout/BasicTimeline"/>
    <dgm:cxn modelId="{F2610876-4AEA-E44D-9717-7CF93E50212C}" type="presParOf" srcId="{0D870F99-A00C-C647-AA7C-CEF293C67341}" destId="{46F21D10-A436-E449-B5BC-4AEF95B6E19C}" srcOrd="2" destOrd="0" presId="urn:microsoft.com/office/officeart/2016/7/layout/BasicTimeline"/>
    <dgm:cxn modelId="{4EC04FE6-016A-EE4E-A23E-06F5166E4B47}" type="presParOf" srcId="{0D870F99-A00C-C647-AA7C-CEF293C67341}" destId="{162BBA52-CBA5-9741-81B5-1BA628C72EDE}" srcOrd="3" destOrd="0" presId="urn:microsoft.com/office/officeart/2016/7/layout/BasicTimeline"/>
    <dgm:cxn modelId="{B5D67670-8FEA-B64B-8A5C-EFB08B2D2094}" type="presParOf" srcId="{0D870F99-A00C-C647-AA7C-CEF293C67341}" destId="{9D13BBA1-C004-BF45-A34E-20D477E04D50}" srcOrd="4" destOrd="0" presId="urn:microsoft.com/office/officeart/2016/7/layout/BasicTimeline"/>
    <dgm:cxn modelId="{03BBBF98-432C-2F45-B1A2-084C3F5EFBB6}" type="presParOf" srcId="{52FDF25A-A3D7-174D-8931-E39EE7BDE4EC}" destId="{2983FD78-222F-764B-B6FF-4C5EA71FE936}" srcOrd="13" destOrd="0" presId="urn:microsoft.com/office/officeart/2016/7/layout/BasicTimeline"/>
    <dgm:cxn modelId="{F385D72A-17FB-3F48-AD9B-8C7137317D05}" type="presParOf" srcId="{52FDF25A-A3D7-174D-8931-E39EE7BDE4EC}" destId="{E4A77470-9403-134D-9C0B-C82651612ADE}" srcOrd="14" destOrd="0" presId="urn:microsoft.com/office/officeart/2016/7/layout/BasicTimeline"/>
    <dgm:cxn modelId="{AAF90BBE-4216-1349-945D-164D0AFBF761}" type="presParOf" srcId="{E4A77470-9403-134D-9C0B-C82651612ADE}" destId="{EF6984B2-1BC5-CA41-B2D9-B82081AEEB13}" srcOrd="0" destOrd="0" presId="urn:microsoft.com/office/officeart/2016/7/layout/BasicTimeline"/>
    <dgm:cxn modelId="{C56A0A9D-1492-AD4B-A42B-3CBE6CC962F0}" type="presParOf" srcId="{E4A77470-9403-134D-9C0B-C82651612ADE}" destId="{101753D7-9815-0B40-BC77-3578CD88A35A}" srcOrd="1" destOrd="0" presId="urn:microsoft.com/office/officeart/2016/7/layout/BasicTimeline"/>
    <dgm:cxn modelId="{6C76DE65-528A-B94B-B411-E7989A6B3A6A}" type="presParOf" srcId="{101753D7-9815-0B40-BC77-3578CD88A35A}" destId="{C668C167-FC78-6646-B866-74AC6050916A}" srcOrd="0" destOrd="0" presId="urn:microsoft.com/office/officeart/2016/7/layout/BasicTimeline"/>
    <dgm:cxn modelId="{CF5310E5-A9D9-1A43-8644-31316EA2440C}" type="presParOf" srcId="{101753D7-9815-0B40-BC77-3578CD88A35A}" destId="{0AF518D5-CED3-1540-A4E7-4D57319DF634}" srcOrd="1" destOrd="0" presId="urn:microsoft.com/office/officeart/2016/7/layout/BasicTimeline"/>
    <dgm:cxn modelId="{752BE996-1DC7-D44E-B6C8-46440E523E30}" type="presParOf" srcId="{E4A77470-9403-134D-9C0B-C82651612ADE}" destId="{9AF2AB62-E2CD-0945-B563-20222A3243EC}" srcOrd="2" destOrd="0" presId="urn:microsoft.com/office/officeart/2016/7/layout/BasicTimeline"/>
    <dgm:cxn modelId="{B602BC4A-6C13-034F-A3F0-3249E00C6BD7}" type="presParOf" srcId="{E4A77470-9403-134D-9C0B-C82651612ADE}" destId="{7440C901-C190-FA45-845C-7527D78828AA}" srcOrd="3" destOrd="0" presId="urn:microsoft.com/office/officeart/2016/7/layout/BasicTimeline"/>
    <dgm:cxn modelId="{61D9CD18-A6C1-E743-AC14-6CE9BC3B9005}" type="presParOf" srcId="{E4A77470-9403-134D-9C0B-C82651612ADE}" destId="{1D54FDE5-8DBD-D842-BAAC-F49628A9F82B}"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9B2ED9-C1A7-456B-AA48-FBE56F835F1A}"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46A0B58-9307-48AD-A020-F6FF97983C5B}">
      <dgm:prSet/>
      <dgm:spPr/>
      <dgm:t>
        <a:bodyPr/>
        <a:lstStyle/>
        <a:p>
          <a:pPr>
            <a:lnSpc>
              <a:spcPct val="100000"/>
            </a:lnSpc>
            <a:defRPr b="1"/>
          </a:pPr>
          <a:r>
            <a:rPr lang="en-US"/>
            <a:t>Many students stay through 12</a:t>
          </a:r>
          <a:r>
            <a:rPr lang="en-US" baseline="30000"/>
            <a:t>th</a:t>
          </a:r>
          <a:r>
            <a:rPr lang="en-US"/>
            <a:t> grade and on to show the impact Epoch has made on students</a:t>
          </a:r>
        </a:p>
      </dgm:t>
    </dgm:pt>
    <dgm:pt modelId="{0FDCA8B3-E3E6-47F7-AD3E-E0BE03FBCB0D}" type="parTrans" cxnId="{7CE02F8E-BDC5-454B-81E7-C7077B07FADE}">
      <dgm:prSet/>
      <dgm:spPr/>
      <dgm:t>
        <a:bodyPr/>
        <a:lstStyle/>
        <a:p>
          <a:endParaRPr lang="en-US"/>
        </a:p>
      </dgm:t>
    </dgm:pt>
    <dgm:pt modelId="{443164EA-9ECA-4E9A-8481-F011D2710537}" type="sibTrans" cxnId="{7CE02F8E-BDC5-454B-81E7-C7077B07FADE}">
      <dgm:prSet/>
      <dgm:spPr/>
      <dgm:t>
        <a:bodyPr/>
        <a:lstStyle/>
        <a:p>
          <a:endParaRPr lang="en-US"/>
        </a:p>
      </dgm:t>
    </dgm:pt>
    <dgm:pt modelId="{08393295-35B0-4399-A4D2-A26F10DA5A1D}">
      <dgm:prSet/>
      <dgm:spPr/>
      <dgm:t>
        <a:bodyPr/>
        <a:lstStyle/>
        <a:p>
          <a:pPr>
            <a:lnSpc>
              <a:spcPct val="100000"/>
            </a:lnSpc>
            <a:defRPr b="1"/>
          </a:pPr>
          <a:r>
            <a:rPr lang="en-US"/>
            <a:t>Epoch guides by 4 principles:</a:t>
          </a:r>
        </a:p>
      </dgm:t>
    </dgm:pt>
    <dgm:pt modelId="{E7B90DD9-8E96-4F4D-9A6B-33FC1F235188}" type="parTrans" cxnId="{3FCF57A8-2EC3-4AF6-A04C-D4B74A25FC61}">
      <dgm:prSet/>
      <dgm:spPr/>
      <dgm:t>
        <a:bodyPr/>
        <a:lstStyle/>
        <a:p>
          <a:endParaRPr lang="en-US"/>
        </a:p>
      </dgm:t>
    </dgm:pt>
    <dgm:pt modelId="{621CDE5B-CC97-4B55-BD3A-A7C8A90ADC8C}" type="sibTrans" cxnId="{3FCF57A8-2EC3-4AF6-A04C-D4B74A25FC61}">
      <dgm:prSet/>
      <dgm:spPr/>
      <dgm:t>
        <a:bodyPr/>
        <a:lstStyle/>
        <a:p>
          <a:endParaRPr lang="en-US"/>
        </a:p>
      </dgm:t>
    </dgm:pt>
    <dgm:pt modelId="{8D8EC229-8F32-45D2-A922-356685F5FA06}">
      <dgm:prSet/>
      <dgm:spPr/>
      <dgm:t>
        <a:bodyPr/>
        <a:lstStyle/>
        <a:p>
          <a:pPr>
            <a:lnSpc>
              <a:spcPct val="100000"/>
            </a:lnSpc>
          </a:pPr>
          <a:r>
            <a:rPr lang="en-US"/>
            <a:t>Work hard</a:t>
          </a:r>
        </a:p>
      </dgm:t>
    </dgm:pt>
    <dgm:pt modelId="{28EFBCAE-CC72-4500-921B-A971CE3D778D}" type="parTrans" cxnId="{BB8F1A94-A7BB-4308-973C-466F3886B0B7}">
      <dgm:prSet/>
      <dgm:spPr/>
      <dgm:t>
        <a:bodyPr/>
        <a:lstStyle/>
        <a:p>
          <a:endParaRPr lang="en-US"/>
        </a:p>
      </dgm:t>
    </dgm:pt>
    <dgm:pt modelId="{3312E810-2288-4D2A-9363-24F3FB1C30D7}" type="sibTrans" cxnId="{BB8F1A94-A7BB-4308-973C-466F3886B0B7}">
      <dgm:prSet/>
      <dgm:spPr/>
      <dgm:t>
        <a:bodyPr/>
        <a:lstStyle/>
        <a:p>
          <a:endParaRPr lang="en-US"/>
        </a:p>
      </dgm:t>
    </dgm:pt>
    <dgm:pt modelId="{549AB94B-A73B-4B97-8E89-0127ED39E724}">
      <dgm:prSet/>
      <dgm:spPr/>
      <dgm:t>
        <a:bodyPr/>
        <a:lstStyle/>
        <a:p>
          <a:pPr>
            <a:lnSpc>
              <a:spcPct val="100000"/>
            </a:lnSpc>
          </a:pPr>
          <a:r>
            <a:rPr lang="en-US"/>
            <a:t>Respect authority</a:t>
          </a:r>
        </a:p>
      </dgm:t>
    </dgm:pt>
    <dgm:pt modelId="{8A3ED1DD-3E03-4AE4-9ACF-A303481EF7EE}" type="parTrans" cxnId="{7185D3F2-9561-42B4-AF56-609EA2149C0A}">
      <dgm:prSet/>
      <dgm:spPr/>
      <dgm:t>
        <a:bodyPr/>
        <a:lstStyle/>
        <a:p>
          <a:endParaRPr lang="en-US"/>
        </a:p>
      </dgm:t>
    </dgm:pt>
    <dgm:pt modelId="{22A59E19-348C-4540-9C43-94D9E2DC8D21}" type="sibTrans" cxnId="{7185D3F2-9561-42B4-AF56-609EA2149C0A}">
      <dgm:prSet/>
      <dgm:spPr/>
      <dgm:t>
        <a:bodyPr/>
        <a:lstStyle/>
        <a:p>
          <a:endParaRPr lang="en-US"/>
        </a:p>
      </dgm:t>
    </dgm:pt>
    <dgm:pt modelId="{BEA473A5-972B-4263-8DE4-FEF6929019DE}">
      <dgm:prSet/>
      <dgm:spPr/>
      <dgm:t>
        <a:bodyPr/>
        <a:lstStyle/>
        <a:p>
          <a:pPr>
            <a:lnSpc>
              <a:spcPct val="100000"/>
            </a:lnSpc>
          </a:pPr>
          <a:r>
            <a:rPr lang="en-US"/>
            <a:t>Love everyone</a:t>
          </a:r>
          <a:r>
            <a:rPr lang="en-US">
              <a:latin typeface="Aptos Display" panose="02110004020202020204"/>
            </a:rPr>
            <a:t> </a:t>
          </a:r>
          <a:endParaRPr lang="en-US"/>
        </a:p>
      </dgm:t>
    </dgm:pt>
    <dgm:pt modelId="{2836001E-E699-4C4F-A248-BD4015B61DF3}" type="parTrans" cxnId="{FAC2356D-0E33-425A-AE04-058F41960EB6}">
      <dgm:prSet/>
      <dgm:spPr/>
      <dgm:t>
        <a:bodyPr/>
        <a:lstStyle/>
        <a:p>
          <a:endParaRPr lang="en-US"/>
        </a:p>
      </dgm:t>
    </dgm:pt>
    <dgm:pt modelId="{DC19C36E-3ABC-4381-B4B5-583EEC4CBB63}" type="sibTrans" cxnId="{FAC2356D-0E33-425A-AE04-058F41960EB6}">
      <dgm:prSet/>
      <dgm:spPr/>
      <dgm:t>
        <a:bodyPr/>
        <a:lstStyle/>
        <a:p>
          <a:endParaRPr lang="en-US"/>
        </a:p>
      </dgm:t>
    </dgm:pt>
    <dgm:pt modelId="{DA9F2CA5-5ADB-425C-B960-3C317CEA5EB9}">
      <dgm:prSet/>
      <dgm:spPr/>
      <dgm:t>
        <a:bodyPr/>
        <a:lstStyle/>
        <a:p>
          <a:pPr>
            <a:lnSpc>
              <a:spcPct val="100000"/>
            </a:lnSpc>
          </a:pPr>
          <a:r>
            <a:rPr lang="en-US"/>
            <a:t>Forgive quickly</a:t>
          </a:r>
        </a:p>
      </dgm:t>
    </dgm:pt>
    <dgm:pt modelId="{C2C03D5A-5F24-45A7-BAB7-B2A9DEA2B10A}" type="parTrans" cxnId="{BAA00933-B1A0-4356-8308-E9EBDC2B000F}">
      <dgm:prSet/>
      <dgm:spPr/>
      <dgm:t>
        <a:bodyPr/>
        <a:lstStyle/>
        <a:p>
          <a:endParaRPr lang="en-US"/>
        </a:p>
      </dgm:t>
    </dgm:pt>
    <dgm:pt modelId="{8CA355E6-A2BB-442E-889B-DD4134799C13}" type="sibTrans" cxnId="{BAA00933-B1A0-4356-8308-E9EBDC2B000F}">
      <dgm:prSet/>
      <dgm:spPr/>
      <dgm:t>
        <a:bodyPr/>
        <a:lstStyle/>
        <a:p>
          <a:endParaRPr lang="en-US"/>
        </a:p>
      </dgm:t>
    </dgm:pt>
    <dgm:pt modelId="{44144BB1-CD59-4560-B4EC-6286DB5E36DB}">
      <dgm:prSet phldr="0"/>
      <dgm:spPr/>
      <dgm:t>
        <a:bodyPr/>
        <a:lstStyle/>
        <a:p>
          <a:pPr>
            <a:lnSpc>
              <a:spcPct val="100000"/>
            </a:lnSpc>
          </a:pPr>
          <a:r>
            <a:rPr lang="en-US" b="1">
              <a:latin typeface="Aptos Display" panose="02110004020202020204"/>
            </a:rPr>
            <a:t>Students build connections that go past the doors of Epoch</a:t>
          </a:r>
          <a:endParaRPr lang="en-US">
            <a:latin typeface="Aptos Display" panose="02110004020202020204"/>
          </a:endParaRPr>
        </a:p>
      </dgm:t>
    </dgm:pt>
    <dgm:pt modelId="{7701AFA9-E0EA-404B-875B-9BCC792EA418}" type="parTrans" cxnId="{A11585DB-6791-4B4D-B91A-A5CC6F182E1C}">
      <dgm:prSet/>
      <dgm:spPr/>
    </dgm:pt>
    <dgm:pt modelId="{B1CA9357-9875-4AC5-B600-EE2266EB8EA9}" type="sibTrans" cxnId="{A11585DB-6791-4B4D-B91A-A5CC6F182E1C}">
      <dgm:prSet/>
      <dgm:spPr/>
    </dgm:pt>
    <dgm:pt modelId="{6045E454-0491-4AE0-897D-EE5E1228CF92}">
      <dgm:prSet phldr="0"/>
      <dgm:spPr/>
      <dgm:t>
        <a:bodyPr/>
        <a:lstStyle/>
        <a:p>
          <a:pPr>
            <a:lnSpc>
              <a:spcPct val="100000"/>
            </a:lnSpc>
          </a:pPr>
          <a:r>
            <a:rPr lang="en-US">
              <a:latin typeface="Aptos Display" panose="02110004020202020204"/>
            </a:rPr>
            <a:t>Families are able to trust and know where there child is after school</a:t>
          </a:r>
        </a:p>
      </dgm:t>
    </dgm:pt>
    <dgm:pt modelId="{3E6F641A-B7E9-423B-A56C-EE050337096B}" type="parTrans" cxnId="{CFC81610-1638-4B45-92B7-73565F277D46}">
      <dgm:prSet/>
      <dgm:spPr/>
    </dgm:pt>
    <dgm:pt modelId="{534DBD38-718F-45E1-99B1-05A4A953E58D}" type="sibTrans" cxnId="{CFC81610-1638-4B45-92B7-73565F277D46}">
      <dgm:prSet/>
      <dgm:spPr/>
    </dgm:pt>
    <dgm:pt modelId="{A526B5C4-B138-4CF4-B232-3842B1DFF833}" type="pres">
      <dgm:prSet presAssocID="{5C9B2ED9-C1A7-456B-AA48-FBE56F835F1A}" presName="root" presStyleCnt="0">
        <dgm:presLayoutVars>
          <dgm:dir/>
          <dgm:resizeHandles val="exact"/>
        </dgm:presLayoutVars>
      </dgm:prSet>
      <dgm:spPr/>
    </dgm:pt>
    <dgm:pt modelId="{C19EC5EE-AE4B-47C5-842B-411D9E4340F9}" type="pres">
      <dgm:prSet presAssocID="{446A0B58-9307-48AD-A020-F6FF97983C5B}" presName="compNode" presStyleCnt="0"/>
      <dgm:spPr/>
    </dgm:pt>
    <dgm:pt modelId="{6E31AD26-855F-4D42-9C93-B3324C5587A9}" type="pres">
      <dgm:prSet presAssocID="{446A0B58-9307-48AD-A020-F6FF97983C5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7CD4E1D9-584E-46A1-A5D5-234100175333}" type="pres">
      <dgm:prSet presAssocID="{446A0B58-9307-48AD-A020-F6FF97983C5B}" presName="iconSpace" presStyleCnt="0"/>
      <dgm:spPr/>
    </dgm:pt>
    <dgm:pt modelId="{5147C560-8CBE-42C6-ABD2-445C60A45306}" type="pres">
      <dgm:prSet presAssocID="{446A0B58-9307-48AD-A020-F6FF97983C5B}" presName="parTx" presStyleLbl="revTx" presStyleIdx="0" presStyleCnt="4">
        <dgm:presLayoutVars>
          <dgm:chMax val="0"/>
          <dgm:chPref val="0"/>
        </dgm:presLayoutVars>
      </dgm:prSet>
      <dgm:spPr/>
    </dgm:pt>
    <dgm:pt modelId="{F554D6EB-7DA5-405D-AA16-E047DC65A569}" type="pres">
      <dgm:prSet presAssocID="{446A0B58-9307-48AD-A020-F6FF97983C5B}" presName="txSpace" presStyleCnt="0"/>
      <dgm:spPr/>
    </dgm:pt>
    <dgm:pt modelId="{1A2843D7-6039-4EA2-9A1B-E2E27D3E9145}" type="pres">
      <dgm:prSet presAssocID="{446A0B58-9307-48AD-A020-F6FF97983C5B}" presName="desTx" presStyleLbl="revTx" presStyleIdx="1" presStyleCnt="4">
        <dgm:presLayoutVars/>
      </dgm:prSet>
      <dgm:spPr/>
    </dgm:pt>
    <dgm:pt modelId="{F662C5BF-82D5-4181-A9F0-E4CE28203FD4}" type="pres">
      <dgm:prSet presAssocID="{443164EA-9ECA-4E9A-8481-F011D2710537}" presName="sibTrans" presStyleCnt="0"/>
      <dgm:spPr/>
    </dgm:pt>
    <dgm:pt modelId="{264D9FA8-44DD-48F2-8676-E21F438F5B86}" type="pres">
      <dgm:prSet presAssocID="{08393295-35B0-4399-A4D2-A26F10DA5A1D}" presName="compNode" presStyleCnt="0"/>
      <dgm:spPr/>
    </dgm:pt>
    <dgm:pt modelId="{5F96F5FC-D603-4CBB-8B24-B4C2174772CD}" type="pres">
      <dgm:prSet presAssocID="{08393295-35B0-4399-A4D2-A26F10DA5A1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rt"/>
        </a:ext>
      </dgm:extLst>
    </dgm:pt>
    <dgm:pt modelId="{F8AF4308-A8F9-4F8E-BAA8-BDCE13017897}" type="pres">
      <dgm:prSet presAssocID="{08393295-35B0-4399-A4D2-A26F10DA5A1D}" presName="iconSpace" presStyleCnt="0"/>
      <dgm:spPr/>
    </dgm:pt>
    <dgm:pt modelId="{1E78CBDF-0806-496A-B6FD-E141EEBCFBBA}" type="pres">
      <dgm:prSet presAssocID="{08393295-35B0-4399-A4D2-A26F10DA5A1D}" presName="parTx" presStyleLbl="revTx" presStyleIdx="2" presStyleCnt="4">
        <dgm:presLayoutVars>
          <dgm:chMax val="0"/>
          <dgm:chPref val="0"/>
        </dgm:presLayoutVars>
      </dgm:prSet>
      <dgm:spPr/>
    </dgm:pt>
    <dgm:pt modelId="{4C949BF8-C36E-4F60-9CAD-EDA43F694699}" type="pres">
      <dgm:prSet presAssocID="{08393295-35B0-4399-A4D2-A26F10DA5A1D}" presName="txSpace" presStyleCnt="0"/>
      <dgm:spPr/>
    </dgm:pt>
    <dgm:pt modelId="{63466EDF-392D-48D0-AD2B-48E2A1E1032D}" type="pres">
      <dgm:prSet presAssocID="{08393295-35B0-4399-A4D2-A26F10DA5A1D}" presName="desTx" presStyleLbl="revTx" presStyleIdx="3" presStyleCnt="4">
        <dgm:presLayoutVars/>
      </dgm:prSet>
      <dgm:spPr/>
    </dgm:pt>
  </dgm:ptLst>
  <dgm:cxnLst>
    <dgm:cxn modelId="{CFC81610-1638-4B45-92B7-73565F277D46}" srcId="{446A0B58-9307-48AD-A020-F6FF97983C5B}" destId="{6045E454-0491-4AE0-897D-EE5E1228CF92}" srcOrd="1" destOrd="0" parTransId="{3E6F641A-B7E9-423B-A56C-EE050337096B}" sibTransId="{534DBD38-718F-45E1-99B1-05A4A953E58D}"/>
    <dgm:cxn modelId="{15D45C2C-0168-4ADB-9A6C-55CEFDE8B98A}" type="presOf" srcId="{549AB94B-A73B-4B97-8E89-0127ED39E724}" destId="{63466EDF-392D-48D0-AD2B-48E2A1E1032D}" srcOrd="0" destOrd="1" presId="urn:microsoft.com/office/officeart/2018/2/layout/IconLabelDescriptionList"/>
    <dgm:cxn modelId="{BAA00933-B1A0-4356-8308-E9EBDC2B000F}" srcId="{08393295-35B0-4399-A4D2-A26F10DA5A1D}" destId="{DA9F2CA5-5ADB-425C-B960-3C317CEA5EB9}" srcOrd="3" destOrd="0" parTransId="{C2C03D5A-5F24-45A7-BAB7-B2A9DEA2B10A}" sibTransId="{8CA355E6-A2BB-442E-889B-DD4134799C13}"/>
    <dgm:cxn modelId="{396A7F4D-42E2-4686-AE1B-E72674E3485C}" type="presOf" srcId="{08393295-35B0-4399-A4D2-A26F10DA5A1D}" destId="{1E78CBDF-0806-496A-B6FD-E141EEBCFBBA}" srcOrd="0" destOrd="0" presId="urn:microsoft.com/office/officeart/2018/2/layout/IconLabelDescriptionList"/>
    <dgm:cxn modelId="{F1F38053-F4CE-4C71-B688-AF7275DEE0DB}" type="presOf" srcId="{BEA473A5-972B-4263-8DE4-FEF6929019DE}" destId="{63466EDF-392D-48D0-AD2B-48E2A1E1032D}" srcOrd="0" destOrd="2" presId="urn:microsoft.com/office/officeart/2018/2/layout/IconLabelDescriptionList"/>
    <dgm:cxn modelId="{D977906B-DD1A-4B9E-ABFE-2D43B35B9F49}" type="presOf" srcId="{5C9B2ED9-C1A7-456B-AA48-FBE56F835F1A}" destId="{A526B5C4-B138-4CF4-B232-3842B1DFF833}" srcOrd="0" destOrd="0" presId="urn:microsoft.com/office/officeart/2018/2/layout/IconLabelDescriptionList"/>
    <dgm:cxn modelId="{FAC2356D-0E33-425A-AE04-058F41960EB6}" srcId="{08393295-35B0-4399-A4D2-A26F10DA5A1D}" destId="{BEA473A5-972B-4263-8DE4-FEF6929019DE}" srcOrd="2" destOrd="0" parTransId="{2836001E-E699-4C4F-A248-BD4015B61DF3}" sibTransId="{DC19C36E-3ABC-4381-B4B5-583EEC4CBB63}"/>
    <dgm:cxn modelId="{497AC778-C7AE-47A3-BDCB-DFA7F0787300}" type="presOf" srcId="{8D8EC229-8F32-45D2-A922-356685F5FA06}" destId="{63466EDF-392D-48D0-AD2B-48E2A1E1032D}" srcOrd="0" destOrd="0" presId="urn:microsoft.com/office/officeart/2018/2/layout/IconLabelDescriptionList"/>
    <dgm:cxn modelId="{9CE21E86-1F03-42AC-A5AF-132A64FCD06E}" type="presOf" srcId="{446A0B58-9307-48AD-A020-F6FF97983C5B}" destId="{5147C560-8CBE-42C6-ABD2-445C60A45306}" srcOrd="0" destOrd="0" presId="urn:microsoft.com/office/officeart/2018/2/layout/IconLabelDescriptionList"/>
    <dgm:cxn modelId="{7CE02F8E-BDC5-454B-81E7-C7077B07FADE}" srcId="{5C9B2ED9-C1A7-456B-AA48-FBE56F835F1A}" destId="{446A0B58-9307-48AD-A020-F6FF97983C5B}" srcOrd="0" destOrd="0" parTransId="{0FDCA8B3-E3E6-47F7-AD3E-E0BE03FBCB0D}" sibTransId="{443164EA-9ECA-4E9A-8481-F011D2710537}"/>
    <dgm:cxn modelId="{BB8F1A94-A7BB-4308-973C-466F3886B0B7}" srcId="{08393295-35B0-4399-A4D2-A26F10DA5A1D}" destId="{8D8EC229-8F32-45D2-A922-356685F5FA06}" srcOrd="0" destOrd="0" parTransId="{28EFBCAE-CC72-4500-921B-A971CE3D778D}" sibTransId="{3312E810-2288-4D2A-9363-24F3FB1C30D7}"/>
    <dgm:cxn modelId="{3FCF57A8-2EC3-4AF6-A04C-D4B74A25FC61}" srcId="{5C9B2ED9-C1A7-456B-AA48-FBE56F835F1A}" destId="{08393295-35B0-4399-A4D2-A26F10DA5A1D}" srcOrd="1" destOrd="0" parTransId="{E7B90DD9-8E96-4F4D-9A6B-33FC1F235188}" sibTransId="{621CDE5B-CC97-4B55-BD3A-A7C8A90ADC8C}"/>
    <dgm:cxn modelId="{273D0AC8-7579-447F-821E-9C55023C36DB}" type="presOf" srcId="{DA9F2CA5-5ADB-425C-B960-3C317CEA5EB9}" destId="{63466EDF-392D-48D0-AD2B-48E2A1E1032D}" srcOrd="0" destOrd="3" presId="urn:microsoft.com/office/officeart/2018/2/layout/IconLabelDescriptionList"/>
    <dgm:cxn modelId="{A11585DB-6791-4B4D-B91A-A5CC6F182E1C}" srcId="{446A0B58-9307-48AD-A020-F6FF97983C5B}" destId="{44144BB1-CD59-4560-B4EC-6286DB5E36DB}" srcOrd="0" destOrd="0" parTransId="{7701AFA9-E0EA-404B-875B-9BCC792EA418}" sibTransId="{B1CA9357-9875-4AC5-B600-EE2266EB8EA9}"/>
    <dgm:cxn modelId="{D4AB47DC-74FE-4869-8443-E09756133945}" type="presOf" srcId="{44144BB1-CD59-4560-B4EC-6286DB5E36DB}" destId="{1A2843D7-6039-4EA2-9A1B-E2E27D3E9145}" srcOrd="0" destOrd="0" presId="urn:microsoft.com/office/officeart/2018/2/layout/IconLabelDescriptionList"/>
    <dgm:cxn modelId="{7185D3F2-9561-42B4-AF56-609EA2149C0A}" srcId="{08393295-35B0-4399-A4D2-A26F10DA5A1D}" destId="{549AB94B-A73B-4B97-8E89-0127ED39E724}" srcOrd="1" destOrd="0" parTransId="{8A3ED1DD-3E03-4AE4-9ACF-A303481EF7EE}" sibTransId="{22A59E19-348C-4540-9C43-94D9E2DC8D21}"/>
    <dgm:cxn modelId="{CCE20DFF-63E0-4393-9D77-06DFC8795B98}" type="presOf" srcId="{6045E454-0491-4AE0-897D-EE5E1228CF92}" destId="{1A2843D7-6039-4EA2-9A1B-E2E27D3E9145}" srcOrd="0" destOrd="1" presId="urn:microsoft.com/office/officeart/2018/2/layout/IconLabelDescriptionList"/>
    <dgm:cxn modelId="{243F83BB-6F7D-495C-A45A-FE905C70DFED}" type="presParOf" srcId="{A526B5C4-B138-4CF4-B232-3842B1DFF833}" destId="{C19EC5EE-AE4B-47C5-842B-411D9E4340F9}" srcOrd="0" destOrd="0" presId="urn:microsoft.com/office/officeart/2018/2/layout/IconLabelDescriptionList"/>
    <dgm:cxn modelId="{5856B5D5-E567-4F3B-BD13-AA662CC1FE1F}" type="presParOf" srcId="{C19EC5EE-AE4B-47C5-842B-411D9E4340F9}" destId="{6E31AD26-855F-4D42-9C93-B3324C5587A9}" srcOrd="0" destOrd="0" presId="urn:microsoft.com/office/officeart/2018/2/layout/IconLabelDescriptionList"/>
    <dgm:cxn modelId="{974612AD-536F-48E1-9B7B-C90E2D963340}" type="presParOf" srcId="{C19EC5EE-AE4B-47C5-842B-411D9E4340F9}" destId="{7CD4E1D9-584E-46A1-A5D5-234100175333}" srcOrd="1" destOrd="0" presId="urn:microsoft.com/office/officeart/2018/2/layout/IconLabelDescriptionList"/>
    <dgm:cxn modelId="{DCA870EF-0802-448B-A472-AB03A1E1BA76}" type="presParOf" srcId="{C19EC5EE-AE4B-47C5-842B-411D9E4340F9}" destId="{5147C560-8CBE-42C6-ABD2-445C60A45306}" srcOrd="2" destOrd="0" presId="urn:microsoft.com/office/officeart/2018/2/layout/IconLabelDescriptionList"/>
    <dgm:cxn modelId="{1FF5AA1B-719E-4E80-8F9C-D03EAB5C3E39}" type="presParOf" srcId="{C19EC5EE-AE4B-47C5-842B-411D9E4340F9}" destId="{F554D6EB-7DA5-405D-AA16-E047DC65A569}" srcOrd="3" destOrd="0" presId="urn:microsoft.com/office/officeart/2018/2/layout/IconLabelDescriptionList"/>
    <dgm:cxn modelId="{5E2B23E7-FE33-44AF-89F9-78614D9A2A1B}" type="presParOf" srcId="{C19EC5EE-AE4B-47C5-842B-411D9E4340F9}" destId="{1A2843D7-6039-4EA2-9A1B-E2E27D3E9145}" srcOrd="4" destOrd="0" presId="urn:microsoft.com/office/officeart/2018/2/layout/IconLabelDescriptionList"/>
    <dgm:cxn modelId="{DBFE731C-606C-4DF1-A0D8-5E5A4EDED5CD}" type="presParOf" srcId="{A526B5C4-B138-4CF4-B232-3842B1DFF833}" destId="{F662C5BF-82D5-4181-A9F0-E4CE28203FD4}" srcOrd="1" destOrd="0" presId="urn:microsoft.com/office/officeart/2018/2/layout/IconLabelDescriptionList"/>
    <dgm:cxn modelId="{CDAD9D15-7294-495D-B0C6-FB57B8C00163}" type="presParOf" srcId="{A526B5C4-B138-4CF4-B232-3842B1DFF833}" destId="{264D9FA8-44DD-48F2-8676-E21F438F5B86}" srcOrd="2" destOrd="0" presId="urn:microsoft.com/office/officeart/2018/2/layout/IconLabelDescriptionList"/>
    <dgm:cxn modelId="{69DEF90A-499F-4298-BA52-BAF6BBC7782C}" type="presParOf" srcId="{264D9FA8-44DD-48F2-8676-E21F438F5B86}" destId="{5F96F5FC-D603-4CBB-8B24-B4C2174772CD}" srcOrd="0" destOrd="0" presId="urn:microsoft.com/office/officeart/2018/2/layout/IconLabelDescriptionList"/>
    <dgm:cxn modelId="{7AD721F6-35E2-4F2C-AC13-8C75A10E2C3E}" type="presParOf" srcId="{264D9FA8-44DD-48F2-8676-E21F438F5B86}" destId="{F8AF4308-A8F9-4F8E-BAA8-BDCE13017897}" srcOrd="1" destOrd="0" presId="urn:microsoft.com/office/officeart/2018/2/layout/IconLabelDescriptionList"/>
    <dgm:cxn modelId="{2CFBC046-39A3-4821-AE10-51907B453F10}" type="presParOf" srcId="{264D9FA8-44DD-48F2-8676-E21F438F5B86}" destId="{1E78CBDF-0806-496A-B6FD-E141EEBCFBBA}" srcOrd="2" destOrd="0" presId="urn:microsoft.com/office/officeart/2018/2/layout/IconLabelDescriptionList"/>
    <dgm:cxn modelId="{48E76D44-3507-45A2-BCF3-CDE8F0DBA9EB}" type="presParOf" srcId="{264D9FA8-44DD-48F2-8676-E21F438F5B86}" destId="{4C949BF8-C36E-4F60-9CAD-EDA43F694699}" srcOrd="3" destOrd="0" presId="urn:microsoft.com/office/officeart/2018/2/layout/IconLabelDescriptionList"/>
    <dgm:cxn modelId="{0D1EB3BB-085F-4EEF-B404-052BCD1E6DAF}" type="presParOf" srcId="{264D9FA8-44DD-48F2-8676-E21F438F5B86}" destId="{63466EDF-392D-48D0-AD2B-48E2A1E1032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39648-3989-4561-97CE-ECCD795D3978}">
      <dsp:nvSpPr>
        <dsp:cNvPr id="0" name=""/>
        <dsp:cNvSpPr/>
      </dsp:nvSpPr>
      <dsp:spPr>
        <a:xfrm>
          <a:off x="747349" y="960726"/>
          <a:ext cx="507199" cy="5071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8904F3-A341-4B58-A4BE-B24E29E13037}">
      <dsp:nvSpPr>
        <dsp:cNvPr id="0" name=""/>
        <dsp:cNvSpPr/>
      </dsp:nvSpPr>
      <dsp:spPr>
        <a:xfrm>
          <a:off x="5817" y="1572462"/>
          <a:ext cx="1990264" cy="11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kern="1200"/>
            <a:t>Dependent</a:t>
          </a:r>
          <a:r>
            <a:rPr lang="en-US" sz="1800" kern="1200"/>
            <a:t> </a:t>
          </a:r>
          <a:r>
            <a:rPr lang="en-US" sz="1600" kern="1200"/>
            <a:t>on private funding</a:t>
          </a:r>
        </a:p>
      </dsp:txBody>
      <dsp:txXfrm>
        <a:off x="5817" y="1572462"/>
        <a:ext cx="1990264" cy="1176860"/>
      </dsp:txXfrm>
    </dsp:sp>
    <dsp:sp modelId="{6DEDDDC7-6583-458D-B74E-B7FADE6B42CE}">
      <dsp:nvSpPr>
        <dsp:cNvPr id="0" name=""/>
        <dsp:cNvSpPr/>
      </dsp:nvSpPr>
      <dsp:spPr>
        <a:xfrm>
          <a:off x="276379" y="2797944"/>
          <a:ext cx="1449140" cy="593872"/>
        </a:xfrm>
        <a:prstGeom prst="rect">
          <a:avLst/>
        </a:prstGeom>
        <a:noFill/>
        <a:ln>
          <a:noFill/>
        </a:ln>
        <a:effectLst/>
      </dsp:spPr>
      <dsp:style>
        <a:lnRef idx="0">
          <a:scrgbClr r="0" g="0" b="0"/>
        </a:lnRef>
        <a:fillRef idx="0">
          <a:scrgbClr r="0" g="0" b="0"/>
        </a:fillRef>
        <a:effectRef idx="0">
          <a:scrgbClr r="0" g="0" b="0"/>
        </a:effectRef>
        <a:fontRef idx="minor"/>
      </dsp:style>
    </dsp:sp>
    <dsp:sp modelId="{8804B928-2C6C-4E38-B32D-AB966A0F4D51}">
      <dsp:nvSpPr>
        <dsp:cNvPr id="0" name=""/>
        <dsp:cNvSpPr/>
      </dsp:nvSpPr>
      <dsp:spPr>
        <a:xfrm>
          <a:off x="2710578" y="871340"/>
          <a:ext cx="507199" cy="5071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B33E04-E3C8-4ED2-8341-BAE0301C69B6}">
      <dsp:nvSpPr>
        <dsp:cNvPr id="0" name=""/>
        <dsp:cNvSpPr/>
      </dsp:nvSpPr>
      <dsp:spPr>
        <a:xfrm>
          <a:off x="2212525" y="1677326"/>
          <a:ext cx="1449140" cy="11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kern="1200"/>
            <a:t>Funders</a:t>
          </a:r>
        </a:p>
      </dsp:txBody>
      <dsp:txXfrm>
        <a:off x="2212525" y="1677326"/>
        <a:ext cx="1449140" cy="1176860"/>
      </dsp:txXfrm>
    </dsp:sp>
    <dsp:sp modelId="{7C1423E1-18F8-46F0-9BF9-DA606F3DFCD4}">
      <dsp:nvSpPr>
        <dsp:cNvPr id="0" name=""/>
        <dsp:cNvSpPr/>
      </dsp:nvSpPr>
      <dsp:spPr>
        <a:xfrm>
          <a:off x="2249681" y="2477220"/>
          <a:ext cx="1449140" cy="1281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a:t>Fundraising is private donation</a:t>
          </a:r>
        </a:p>
        <a:p>
          <a:pPr marL="0" lvl="0" indent="0" algn="ctr" defTabSz="666750">
            <a:lnSpc>
              <a:spcPct val="90000"/>
            </a:lnSpc>
            <a:spcBef>
              <a:spcPct val="0"/>
            </a:spcBef>
            <a:spcAft>
              <a:spcPct val="35000"/>
            </a:spcAft>
            <a:buNone/>
          </a:pPr>
          <a:r>
            <a:rPr lang="en-US" sz="1500" kern="1200"/>
            <a:t>Grant funding</a:t>
          </a:r>
        </a:p>
        <a:p>
          <a:pPr marL="0" lvl="0" indent="0" algn="ctr" defTabSz="666750">
            <a:lnSpc>
              <a:spcPct val="90000"/>
            </a:lnSpc>
            <a:spcBef>
              <a:spcPct val="0"/>
            </a:spcBef>
            <a:spcAft>
              <a:spcPct val="35000"/>
            </a:spcAft>
            <a:buNone/>
          </a:pPr>
          <a:r>
            <a:rPr lang="en-US" sz="1500" kern="1200"/>
            <a:t>Various founding with organizations</a:t>
          </a:r>
        </a:p>
      </dsp:txBody>
      <dsp:txXfrm>
        <a:off x="2249681" y="2477220"/>
        <a:ext cx="1449140" cy="1281583"/>
      </dsp:txXfrm>
    </dsp:sp>
    <dsp:sp modelId="{27ECFBDC-1400-4EFD-8F97-2B8710C065F7}">
      <dsp:nvSpPr>
        <dsp:cNvPr id="0" name=""/>
        <dsp:cNvSpPr/>
      </dsp:nvSpPr>
      <dsp:spPr>
        <a:xfrm>
          <a:off x="4403241" y="790736"/>
          <a:ext cx="507199" cy="5071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CB52FD-2C94-470D-BC0D-EFDD4265447D}">
      <dsp:nvSpPr>
        <dsp:cNvPr id="0" name=""/>
        <dsp:cNvSpPr/>
      </dsp:nvSpPr>
      <dsp:spPr>
        <a:xfrm>
          <a:off x="3952421" y="1513484"/>
          <a:ext cx="1449140" cy="11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kern="1200"/>
            <a:t>Henson Center, Henson Foundation</a:t>
          </a:r>
        </a:p>
      </dsp:txBody>
      <dsp:txXfrm>
        <a:off x="3952421" y="1513484"/>
        <a:ext cx="1449140" cy="1176860"/>
      </dsp:txXfrm>
    </dsp:sp>
    <dsp:sp modelId="{783CC926-DE34-495A-B20A-5BA027375A46}">
      <dsp:nvSpPr>
        <dsp:cNvPr id="0" name=""/>
        <dsp:cNvSpPr/>
      </dsp:nvSpPr>
      <dsp:spPr>
        <a:xfrm>
          <a:off x="3952421" y="2477220"/>
          <a:ext cx="1449140" cy="1281583"/>
        </a:xfrm>
        <a:prstGeom prst="rect">
          <a:avLst/>
        </a:prstGeom>
        <a:noFill/>
        <a:ln>
          <a:noFill/>
        </a:ln>
        <a:effectLst/>
      </dsp:spPr>
      <dsp:style>
        <a:lnRef idx="0">
          <a:scrgbClr r="0" g="0" b="0"/>
        </a:lnRef>
        <a:fillRef idx="0">
          <a:scrgbClr r="0" g="0" b="0"/>
        </a:fillRef>
        <a:effectRef idx="0">
          <a:scrgbClr r="0" g="0" b="0"/>
        </a:effectRef>
        <a:fontRef idx="minor"/>
      </dsp:style>
    </dsp:sp>
    <dsp:sp modelId="{C46D5787-2976-47E4-BD10-456628FF16D2}">
      <dsp:nvSpPr>
        <dsp:cNvPr id="0" name=""/>
        <dsp:cNvSpPr/>
      </dsp:nvSpPr>
      <dsp:spPr>
        <a:xfrm>
          <a:off x="6105981" y="734791"/>
          <a:ext cx="507199" cy="5071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DB6ED7-B951-40B6-B0ED-D55DCFCD697E}">
      <dsp:nvSpPr>
        <dsp:cNvPr id="0" name=""/>
        <dsp:cNvSpPr/>
      </dsp:nvSpPr>
      <dsp:spPr>
        <a:xfrm>
          <a:off x="5645090" y="1423925"/>
          <a:ext cx="1449140" cy="11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kern="1200"/>
            <a:t>Perdue School of Business</a:t>
          </a:r>
        </a:p>
      </dsp:txBody>
      <dsp:txXfrm>
        <a:off x="5645090" y="1423925"/>
        <a:ext cx="1449140" cy="1176860"/>
      </dsp:txXfrm>
    </dsp:sp>
    <dsp:sp modelId="{CADEE8F9-3FB9-4403-BD2F-EA7F559A9018}">
      <dsp:nvSpPr>
        <dsp:cNvPr id="0" name=""/>
        <dsp:cNvSpPr/>
      </dsp:nvSpPr>
      <dsp:spPr>
        <a:xfrm>
          <a:off x="5655161" y="2477220"/>
          <a:ext cx="1449140" cy="1281583"/>
        </a:xfrm>
        <a:prstGeom prst="rect">
          <a:avLst/>
        </a:prstGeom>
        <a:noFill/>
        <a:ln>
          <a:noFill/>
        </a:ln>
        <a:effectLst/>
      </dsp:spPr>
      <dsp:style>
        <a:lnRef idx="0">
          <a:scrgbClr r="0" g="0" b="0"/>
        </a:lnRef>
        <a:fillRef idx="0">
          <a:scrgbClr r="0" g="0" b="0"/>
        </a:fillRef>
        <a:effectRef idx="0">
          <a:scrgbClr r="0" g="0" b="0"/>
        </a:effectRef>
        <a:fontRef idx="minor"/>
      </dsp:style>
    </dsp:sp>
    <dsp:sp modelId="{22E1D03D-0BB7-4235-ABEB-EF4AC0D3E7BE}">
      <dsp:nvSpPr>
        <dsp:cNvPr id="0" name=""/>
        <dsp:cNvSpPr/>
      </dsp:nvSpPr>
      <dsp:spPr>
        <a:xfrm>
          <a:off x="7818799" y="724719"/>
          <a:ext cx="507199" cy="5071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2C1F6F-7738-4398-9D7A-2985A290FA4D}">
      <dsp:nvSpPr>
        <dsp:cNvPr id="0" name=""/>
        <dsp:cNvSpPr/>
      </dsp:nvSpPr>
      <dsp:spPr>
        <a:xfrm>
          <a:off x="7378059" y="1423925"/>
          <a:ext cx="1449140" cy="11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kern="1200"/>
            <a:t>Community Foundation of the eastern Shore</a:t>
          </a:r>
        </a:p>
        <a:p>
          <a:pPr marL="0" lvl="0" indent="0" algn="ctr" defTabSz="711200">
            <a:lnSpc>
              <a:spcPct val="90000"/>
            </a:lnSpc>
            <a:spcBef>
              <a:spcPct val="0"/>
            </a:spcBef>
            <a:spcAft>
              <a:spcPct val="35000"/>
            </a:spcAft>
            <a:buNone/>
            <a:defRPr b="1"/>
          </a:pPr>
          <a:endParaRPr lang="en-US" sz="1400" kern="1200"/>
        </a:p>
      </dsp:txBody>
      <dsp:txXfrm>
        <a:off x="7378059" y="1423925"/>
        <a:ext cx="1449140" cy="1176860"/>
      </dsp:txXfrm>
    </dsp:sp>
    <dsp:sp modelId="{F0F032E3-A4B0-48B8-A9C6-45CE470116DD}">
      <dsp:nvSpPr>
        <dsp:cNvPr id="0" name=""/>
        <dsp:cNvSpPr/>
      </dsp:nvSpPr>
      <dsp:spPr>
        <a:xfrm>
          <a:off x="7357901" y="2477220"/>
          <a:ext cx="1449140" cy="1281583"/>
        </a:xfrm>
        <a:prstGeom prst="rect">
          <a:avLst/>
        </a:prstGeom>
        <a:noFill/>
        <a:ln>
          <a:noFill/>
        </a:ln>
        <a:effectLst/>
      </dsp:spPr>
      <dsp:style>
        <a:lnRef idx="0">
          <a:scrgbClr r="0" g="0" b="0"/>
        </a:lnRef>
        <a:fillRef idx="0">
          <a:scrgbClr r="0" g="0" b="0"/>
        </a:fillRef>
        <a:effectRef idx="0">
          <a:scrgbClr r="0" g="0" b="0"/>
        </a:effectRef>
        <a:fontRef idx="minor"/>
      </dsp:style>
    </dsp:sp>
    <dsp:sp modelId="{F00392B4-9707-4A59-AA73-6E744E72FC41}">
      <dsp:nvSpPr>
        <dsp:cNvPr id="0" name=""/>
        <dsp:cNvSpPr/>
      </dsp:nvSpPr>
      <dsp:spPr>
        <a:xfrm>
          <a:off x="9551763" y="775094"/>
          <a:ext cx="507199" cy="50719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CED953-04C4-43C9-A360-EAB0C9A099F9}">
      <dsp:nvSpPr>
        <dsp:cNvPr id="0" name=""/>
        <dsp:cNvSpPr/>
      </dsp:nvSpPr>
      <dsp:spPr>
        <a:xfrm>
          <a:off x="9061439" y="1423925"/>
          <a:ext cx="1449140" cy="1176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en-US" sz="1600" kern="1200"/>
            <a:t>Faithful group of monthly supporters, who give on monthly basis </a:t>
          </a:r>
        </a:p>
      </dsp:txBody>
      <dsp:txXfrm>
        <a:off x="9061439" y="1423925"/>
        <a:ext cx="1449140" cy="1176860"/>
      </dsp:txXfrm>
    </dsp:sp>
    <dsp:sp modelId="{C1B2C840-19C8-45DE-8596-D0B2FC8CF5D2}">
      <dsp:nvSpPr>
        <dsp:cNvPr id="0" name=""/>
        <dsp:cNvSpPr/>
      </dsp:nvSpPr>
      <dsp:spPr>
        <a:xfrm>
          <a:off x="9060642" y="2477220"/>
          <a:ext cx="1449140" cy="128158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CF0364-C23C-FC4A-B9BA-B3DDEBA77C2F}">
      <dsp:nvSpPr>
        <dsp:cNvPr id="0" name=""/>
        <dsp:cNvSpPr/>
      </dsp:nvSpPr>
      <dsp:spPr>
        <a:xfrm>
          <a:off x="0" y="2175669"/>
          <a:ext cx="10515600" cy="0"/>
        </a:xfrm>
        <a:prstGeom prst="line">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43103FEF-038B-4846-9BA9-E25F2E62336E}">
      <dsp:nvSpPr>
        <dsp:cNvPr id="0" name=""/>
        <dsp:cNvSpPr/>
      </dsp:nvSpPr>
      <dsp:spPr>
        <a:xfrm>
          <a:off x="127773" y="23366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2021</a:t>
          </a:r>
        </a:p>
      </dsp:txBody>
      <dsp:txXfrm>
        <a:off x="127773" y="2336668"/>
        <a:ext cx="1827701" cy="491701"/>
      </dsp:txXfrm>
    </dsp:sp>
    <dsp:sp modelId="{7984158E-853D-1B43-84CC-F485F9F3A2AC}">
      <dsp:nvSpPr>
        <dsp:cNvPr id="0" name=""/>
        <dsp:cNvSpPr/>
      </dsp:nvSpPr>
      <dsp:spPr>
        <a:xfrm>
          <a:off x="3157" y="607011"/>
          <a:ext cx="2076933" cy="741903"/>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56 students attended Epoch</a:t>
          </a:r>
        </a:p>
      </dsp:txBody>
      <dsp:txXfrm>
        <a:off x="39374" y="643228"/>
        <a:ext cx="2004499" cy="669469"/>
      </dsp:txXfrm>
    </dsp:sp>
    <dsp:sp modelId="{1B6AEE69-5CF0-9A47-81A4-658C25698074}">
      <dsp:nvSpPr>
        <dsp:cNvPr id="0" name=""/>
        <dsp:cNvSpPr/>
      </dsp:nvSpPr>
      <dsp:spPr>
        <a:xfrm>
          <a:off x="1041624" y="1348914"/>
          <a:ext cx="0" cy="826754"/>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29F997-9950-FD46-9387-392216C74D0A}">
      <dsp:nvSpPr>
        <dsp:cNvPr id="0" name=""/>
        <dsp:cNvSpPr/>
      </dsp:nvSpPr>
      <dsp:spPr>
        <a:xfrm>
          <a:off x="1332395" y="15229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2021</a:t>
          </a:r>
        </a:p>
      </dsp:txBody>
      <dsp:txXfrm>
        <a:off x="1332395" y="1522968"/>
        <a:ext cx="1827701" cy="491701"/>
      </dsp:txXfrm>
    </dsp:sp>
    <dsp:sp modelId="{5C3CD576-09E7-1942-B2C3-DC86C74CC8E9}">
      <dsp:nvSpPr>
        <dsp:cNvPr id="0" name=""/>
        <dsp:cNvSpPr/>
      </dsp:nvSpPr>
      <dsp:spPr>
        <a:xfrm>
          <a:off x="1008989" y="2143033"/>
          <a:ext cx="65270" cy="65270"/>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7D6B11-40FB-F746-8867-38125E23C185}">
      <dsp:nvSpPr>
        <dsp:cNvPr id="0" name=""/>
        <dsp:cNvSpPr/>
      </dsp:nvSpPr>
      <dsp:spPr>
        <a:xfrm>
          <a:off x="1207779" y="3002423"/>
          <a:ext cx="2076933" cy="996932"/>
        </a:xfrm>
        <a:prstGeom prst="roundRect">
          <a:avLst/>
        </a:prstGeom>
        <a:solidFill>
          <a:schemeClr val="lt1">
            <a:alpha val="90000"/>
            <a:hueOff val="0"/>
            <a:satOff val="0"/>
            <a:lumOff val="0"/>
            <a:alphaOff val="0"/>
          </a:schemeClr>
        </a:solidFill>
        <a:ln w="19050" cap="flat" cmpd="sng" algn="ctr">
          <a:solidFill>
            <a:schemeClr val="accent2">
              <a:hueOff val="920516"/>
              <a:satOff val="-2642"/>
              <a:lumOff val="-42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49 volunteers served more than 3,495 hours </a:t>
          </a:r>
        </a:p>
        <a:p>
          <a:pPr marL="57150" lvl="1" indent="-57150" algn="l" defTabSz="444500">
            <a:lnSpc>
              <a:spcPct val="90000"/>
            </a:lnSpc>
            <a:spcBef>
              <a:spcPct val="0"/>
            </a:spcBef>
            <a:spcAft>
              <a:spcPct val="15000"/>
            </a:spcAft>
            <a:buChar char="•"/>
          </a:pPr>
          <a:r>
            <a:rPr lang="en-US" sz="1000" kern="1200"/>
            <a:t>With a volunteer impact of 99,747.30</a:t>
          </a:r>
        </a:p>
      </dsp:txBody>
      <dsp:txXfrm>
        <a:off x="1256445" y="3051089"/>
        <a:ext cx="1979601" cy="899600"/>
      </dsp:txXfrm>
    </dsp:sp>
    <dsp:sp modelId="{F67DD6CC-B009-0842-8B0A-787890A45CD5}">
      <dsp:nvSpPr>
        <dsp:cNvPr id="0" name=""/>
        <dsp:cNvSpPr/>
      </dsp:nvSpPr>
      <dsp:spPr>
        <a:xfrm>
          <a:off x="2246246" y="2175668"/>
          <a:ext cx="0" cy="826754"/>
        </a:xfrm>
        <a:prstGeom prst="line">
          <a:avLst/>
        </a:prstGeom>
        <a:noFill/>
        <a:ln w="12700" cap="flat" cmpd="sng" algn="ctr">
          <a:solidFill>
            <a:schemeClr val="accent2">
              <a:hueOff val="920516"/>
              <a:satOff val="-2642"/>
              <a:lumOff val="-4230"/>
              <a:alphaOff val="0"/>
            </a:schemeClr>
          </a:solidFill>
          <a:prstDash val="dash"/>
          <a:miter lim="800000"/>
        </a:ln>
        <a:effectLst/>
      </dsp:spPr>
      <dsp:style>
        <a:lnRef idx="1">
          <a:scrgbClr r="0" g="0" b="0"/>
        </a:lnRef>
        <a:fillRef idx="0">
          <a:scrgbClr r="0" g="0" b="0"/>
        </a:fillRef>
        <a:effectRef idx="0">
          <a:scrgbClr r="0" g="0" b="0"/>
        </a:effectRef>
        <a:fontRef idx="minor"/>
      </dsp:style>
    </dsp:sp>
    <dsp:sp modelId="{CA995C69-3844-584A-B6A9-5D6CA7830EA4}">
      <dsp:nvSpPr>
        <dsp:cNvPr id="0" name=""/>
        <dsp:cNvSpPr/>
      </dsp:nvSpPr>
      <dsp:spPr>
        <a:xfrm>
          <a:off x="2537016" y="23366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2021</a:t>
          </a:r>
        </a:p>
      </dsp:txBody>
      <dsp:txXfrm>
        <a:off x="2537016" y="2336668"/>
        <a:ext cx="1827701" cy="491701"/>
      </dsp:txXfrm>
    </dsp:sp>
    <dsp:sp modelId="{E2A7B158-40F1-7A42-9002-113F5C3A7FA9}">
      <dsp:nvSpPr>
        <dsp:cNvPr id="0" name=""/>
        <dsp:cNvSpPr/>
      </dsp:nvSpPr>
      <dsp:spPr>
        <a:xfrm>
          <a:off x="2213611" y="2143033"/>
          <a:ext cx="65270" cy="65270"/>
        </a:xfrm>
        <a:prstGeom prst="ellipse">
          <a:avLst/>
        </a:prstGeom>
        <a:solidFill>
          <a:schemeClr val="accent2">
            <a:hueOff val="920516"/>
            <a:satOff val="-2642"/>
            <a:lumOff val="-4230"/>
            <a:alphaOff val="0"/>
          </a:schemeClr>
        </a:solidFill>
        <a:ln w="19050" cap="flat" cmpd="sng" algn="ctr">
          <a:solidFill>
            <a:schemeClr val="accent2">
              <a:hueOff val="920516"/>
              <a:satOff val="-2642"/>
              <a:lumOff val="-42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D324F0-CF72-D24D-B70D-1050AD76BF6E}">
      <dsp:nvSpPr>
        <dsp:cNvPr id="0" name=""/>
        <dsp:cNvSpPr/>
      </dsp:nvSpPr>
      <dsp:spPr>
        <a:xfrm>
          <a:off x="2412400" y="537458"/>
          <a:ext cx="2076933" cy="811456"/>
        </a:xfrm>
        <a:prstGeom prst="roundRect">
          <a:avLst/>
        </a:prstGeom>
        <a:solidFill>
          <a:schemeClr val="lt1">
            <a:alpha val="90000"/>
            <a:hueOff val="0"/>
            <a:satOff val="0"/>
            <a:lumOff val="0"/>
            <a:alphaOff val="0"/>
          </a:schemeClr>
        </a:solidFill>
        <a:ln w="19050" cap="flat" cmpd="sng" algn="ctr">
          <a:solidFill>
            <a:schemeClr val="accent2">
              <a:hueOff val="1841032"/>
              <a:satOff val="-5284"/>
              <a:lumOff val="-84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Students and families were served more then 11,208 meals</a:t>
          </a:r>
        </a:p>
      </dsp:txBody>
      <dsp:txXfrm>
        <a:off x="2452012" y="577070"/>
        <a:ext cx="1997709" cy="732232"/>
      </dsp:txXfrm>
    </dsp:sp>
    <dsp:sp modelId="{FEE41120-1D55-7F47-8E92-EF6825712B5A}">
      <dsp:nvSpPr>
        <dsp:cNvPr id="0" name=""/>
        <dsp:cNvSpPr/>
      </dsp:nvSpPr>
      <dsp:spPr>
        <a:xfrm>
          <a:off x="3450867" y="1348914"/>
          <a:ext cx="0" cy="826754"/>
        </a:xfrm>
        <a:prstGeom prst="line">
          <a:avLst/>
        </a:prstGeom>
        <a:noFill/>
        <a:ln w="12700" cap="flat" cmpd="sng" algn="ctr">
          <a:solidFill>
            <a:schemeClr val="accent2">
              <a:hueOff val="1841032"/>
              <a:satOff val="-5284"/>
              <a:lumOff val="-8460"/>
              <a:alphaOff val="0"/>
            </a:schemeClr>
          </a:solidFill>
          <a:prstDash val="dash"/>
          <a:miter lim="800000"/>
        </a:ln>
        <a:effectLst/>
      </dsp:spPr>
      <dsp:style>
        <a:lnRef idx="1">
          <a:scrgbClr r="0" g="0" b="0"/>
        </a:lnRef>
        <a:fillRef idx="0">
          <a:scrgbClr r="0" g="0" b="0"/>
        </a:fillRef>
        <a:effectRef idx="0">
          <a:scrgbClr r="0" g="0" b="0"/>
        </a:effectRef>
        <a:fontRef idx="minor"/>
      </dsp:style>
    </dsp:sp>
    <dsp:sp modelId="{EE7E2CF7-AD84-774C-8108-A48246F9DAF9}">
      <dsp:nvSpPr>
        <dsp:cNvPr id="0" name=""/>
        <dsp:cNvSpPr/>
      </dsp:nvSpPr>
      <dsp:spPr>
        <a:xfrm>
          <a:off x="3741638" y="15229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2021</a:t>
          </a:r>
        </a:p>
      </dsp:txBody>
      <dsp:txXfrm>
        <a:off x="3741638" y="1522968"/>
        <a:ext cx="1827701" cy="491701"/>
      </dsp:txXfrm>
    </dsp:sp>
    <dsp:sp modelId="{3F1A6266-E6BC-D142-A945-524E3E576DB8}">
      <dsp:nvSpPr>
        <dsp:cNvPr id="0" name=""/>
        <dsp:cNvSpPr/>
      </dsp:nvSpPr>
      <dsp:spPr>
        <a:xfrm>
          <a:off x="3418232" y="2143033"/>
          <a:ext cx="65270" cy="65270"/>
        </a:xfrm>
        <a:prstGeom prst="ellipse">
          <a:avLst/>
        </a:prstGeom>
        <a:solidFill>
          <a:schemeClr val="accent2">
            <a:hueOff val="1841032"/>
            <a:satOff val="-5284"/>
            <a:lumOff val="-8460"/>
            <a:alphaOff val="0"/>
          </a:schemeClr>
        </a:solidFill>
        <a:ln w="19050" cap="flat" cmpd="sng" algn="ctr">
          <a:solidFill>
            <a:schemeClr val="accent2">
              <a:hueOff val="1841032"/>
              <a:satOff val="-5284"/>
              <a:lumOff val="-84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29ED50-E25E-7D47-86C3-BAD2D3F45B5F}">
      <dsp:nvSpPr>
        <dsp:cNvPr id="0" name=""/>
        <dsp:cNvSpPr/>
      </dsp:nvSpPr>
      <dsp:spPr>
        <a:xfrm>
          <a:off x="3617022" y="3002423"/>
          <a:ext cx="2076933" cy="996932"/>
        </a:xfrm>
        <a:prstGeom prst="roundRect">
          <a:avLst/>
        </a:prstGeom>
        <a:solidFill>
          <a:schemeClr val="lt1">
            <a:alpha val="90000"/>
            <a:hueOff val="0"/>
            <a:satOff val="0"/>
            <a:lumOff val="0"/>
            <a:alphaOff val="0"/>
          </a:schemeClr>
        </a:solidFill>
        <a:ln w="19050" cap="flat" cmpd="sng" algn="ctr">
          <a:solidFill>
            <a:schemeClr val="accent2">
              <a:hueOff val="2761548"/>
              <a:satOff val="-7926"/>
              <a:lumOff val="-126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Students participated in collectively in more then 10,992 hours of academic tutoring</a:t>
          </a:r>
        </a:p>
      </dsp:txBody>
      <dsp:txXfrm>
        <a:off x="3665688" y="3051089"/>
        <a:ext cx="1979601" cy="899600"/>
      </dsp:txXfrm>
    </dsp:sp>
    <dsp:sp modelId="{06187070-92CD-7541-89F8-1AB028B5C950}">
      <dsp:nvSpPr>
        <dsp:cNvPr id="0" name=""/>
        <dsp:cNvSpPr/>
      </dsp:nvSpPr>
      <dsp:spPr>
        <a:xfrm>
          <a:off x="4655489" y="2175668"/>
          <a:ext cx="0" cy="826754"/>
        </a:xfrm>
        <a:prstGeom prst="line">
          <a:avLst/>
        </a:prstGeom>
        <a:noFill/>
        <a:ln w="12700" cap="flat" cmpd="sng" algn="ctr">
          <a:solidFill>
            <a:schemeClr val="accent2">
              <a:hueOff val="2761548"/>
              <a:satOff val="-7926"/>
              <a:lumOff val="-12690"/>
              <a:alphaOff val="0"/>
            </a:schemeClr>
          </a:solidFill>
          <a:prstDash val="dash"/>
          <a:miter lim="800000"/>
        </a:ln>
        <a:effectLst/>
      </dsp:spPr>
      <dsp:style>
        <a:lnRef idx="1">
          <a:scrgbClr r="0" g="0" b="0"/>
        </a:lnRef>
        <a:fillRef idx="0">
          <a:scrgbClr r="0" g="0" b="0"/>
        </a:fillRef>
        <a:effectRef idx="0">
          <a:scrgbClr r="0" g="0" b="0"/>
        </a:effectRef>
        <a:fontRef idx="minor"/>
      </dsp:style>
    </dsp:sp>
    <dsp:sp modelId="{15DB998B-A3CC-B24C-A07C-D8DCC85EFF78}">
      <dsp:nvSpPr>
        <dsp:cNvPr id="0" name=""/>
        <dsp:cNvSpPr/>
      </dsp:nvSpPr>
      <dsp:spPr>
        <a:xfrm>
          <a:off x="4946259" y="23366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2022</a:t>
          </a:r>
        </a:p>
      </dsp:txBody>
      <dsp:txXfrm>
        <a:off x="4946259" y="2336668"/>
        <a:ext cx="1827701" cy="491701"/>
      </dsp:txXfrm>
    </dsp:sp>
    <dsp:sp modelId="{F76E7894-F6C9-9140-8780-402EEA7AA5F2}">
      <dsp:nvSpPr>
        <dsp:cNvPr id="0" name=""/>
        <dsp:cNvSpPr/>
      </dsp:nvSpPr>
      <dsp:spPr>
        <a:xfrm>
          <a:off x="4622854" y="2143033"/>
          <a:ext cx="65270" cy="65270"/>
        </a:xfrm>
        <a:prstGeom prst="ellipse">
          <a:avLst/>
        </a:prstGeom>
        <a:solidFill>
          <a:schemeClr val="accent2">
            <a:hueOff val="2761548"/>
            <a:satOff val="-7926"/>
            <a:lumOff val="-12690"/>
            <a:alphaOff val="0"/>
          </a:schemeClr>
        </a:solidFill>
        <a:ln w="19050" cap="flat" cmpd="sng" algn="ctr">
          <a:solidFill>
            <a:schemeClr val="accent2">
              <a:hueOff val="2761548"/>
              <a:satOff val="-7926"/>
              <a:lumOff val="-126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8B96C0-9179-0644-8655-9DD72042C63B}">
      <dsp:nvSpPr>
        <dsp:cNvPr id="0" name=""/>
        <dsp:cNvSpPr/>
      </dsp:nvSpPr>
      <dsp:spPr>
        <a:xfrm>
          <a:off x="4821643" y="607011"/>
          <a:ext cx="2076933" cy="741903"/>
        </a:xfrm>
        <a:prstGeom prst="roundRect">
          <a:avLst/>
        </a:prstGeom>
        <a:solidFill>
          <a:schemeClr val="lt1">
            <a:alpha val="90000"/>
            <a:hueOff val="0"/>
            <a:satOff val="0"/>
            <a:lumOff val="0"/>
            <a:alphaOff val="0"/>
          </a:schemeClr>
        </a:solidFill>
        <a:ln w="19050" cap="flat" cmpd="sng" algn="ctr">
          <a:solidFill>
            <a:schemeClr val="accent2">
              <a:hueOff val="3682064"/>
              <a:satOff val="-10567"/>
              <a:lumOff val="-169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63 students attended Epoch</a:t>
          </a:r>
        </a:p>
      </dsp:txBody>
      <dsp:txXfrm>
        <a:off x="4857860" y="643228"/>
        <a:ext cx="2004499" cy="669469"/>
      </dsp:txXfrm>
    </dsp:sp>
    <dsp:sp modelId="{53F31378-2A8A-FF4C-8F93-BEBFC211D9B3}">
      <dsp:nvSpPr>
        <dsp:cNvPr id="0" name=""/>
        <dsp:cNvSpPr/>
      </dsp:nvSpPr>
      <dsp:spPr>
        <a:xfrm>
          <a:off x="5860110" y="1348914"/>
          <a:ext cx="0" cy="826754"/>
        </a:xfrm>
        <a:prstGeom prst="line">
          <a:avLst/>
        </a:prstGeom>
        <a:noFill/>
        <a:ln w="12700" cap="flat" cmpd="sng" algn="ctr">
          <a:solidFill>
            <a:schemeClr val="accent2">
              <a:hueOff val="3682064"/>
              <a:satOff val="-10567"/>
              <a:lumOff val="-16919"/>
              <a:alphaOff val="0"/>
            </a:schemeClr>
          </a:solidFill>
          <a:prstDash val="dash"/>
          <a:miter lim="800000"/>
        </a:ln>
        <a:effectLst/>
      </dsp:spPr>
      <dsp:style>
        <a:lnRef idx="1">
          <a:scrgbClr r="0" g="0" b="0"/>
        </a:lnRef>
        <a:fillRef idx="0">
          <a:scrgbClr r="0" g="0" b="0"/>
        </a:fillRef>
        <a:effectRef idx="0">
          <a:scrgbClr r="0" g="0" b="0"/>
        </a:effectRef>
        <a:fontRef idx="minor"/>
      </dsp:style>
    </dsp:sp>
    <dsp:sp modelId="{407F6000-C492-024D-B767-5028ED5DCCC8}">
      <dsp:nvSpPr>
        <dsp:cNvPr id="0" name=""/>
        <dsp:cNvSpPr/>
      </dsp:nvSpPr>
      <dsp:spPr>
        <a:xfrm>
          <a:off x="6150881" y="15229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2022</a:t>
          </a:r>
        </a:p>
      </dsp:txBody>
      <dsp:txXfrm>
        <a:off x="6150881" y="1522968"/>
        <a:ext cx="1827701" cy="491701"/>
      </dsp:txXfrm>
    </dsp:sp>
    <dsp:sp modelId="{E2C0FE46-1DCD-AB48-8BCA-CF1EF8EE8712}">
      <dsp:nvSpPr>
        <dsp:cNvPr id="0" name=""/>
        <dsp:cNvSpPr/>
      </dsp:nvSpPr>
      <dsp:spPr>
        <a:xfrm>
          <a:off x="5827475" y="2143033"/>
          <a:ext cx="65270" cy="65270"/>
        </a:xfrm>
        <a:prstGeom prst="ellipse">
          <a:avLst/>
        </a:prstGeom>
        <a:solidFill>
          <a:schemeClr val="accent2">
            <a:hueOff val="3682064"/>
            <a:satOff val="-10567"/>
            <a:lumOff val="-16919"/>
            <a:alphaOff val="0"/>
          </a:schemeClr>
        </a:solidFill>
        <a:ln w="19050" cap="flat" cmpd="sng" algn="ctr">
          <a:solidFill>
            <a:schemeClr val="accent2">
              <a:hueOff val="3682064"/>
              <a:satOff val="-10567"/>
              <a:lumOff val="-169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2E7428-00D0-CB48-B94C-5F9E29515A42}">
      <dsp:nvSpPr>
        <dsp:cNvPr id="0" name=""/>
        <dsp:cNvSpPr/>
      </dsp:nvSpPr>
      <dsp:spPr>
        <a:xfrm>
          <a:off x="6026265" y="3002423"/>
          <a:ext cx="2076933" cy="857825"/>
        </a:xfrm>
        <a:prstGeom prst="roundRect">
          <a:avLst/>
        </a:prstGeom>
        <a:solidFill>
          <a:schemeClr val="lt1">
            <a:alpha val="90000"/>
            <a:hueOff val="0"/>
            <a:satOff val="0"/>
            <a:lumOff val="0"/>
            <a:alphaOff val="0"/>
          </a:schemeClr>
        </a:solidFill>
        <a:ln w="19050" cap="flat" cmpd="sng" algn="ctr">
          <a:solidFill>
            <a:schemeClr val="accent2">
              <a:hueOff val="4602580"/>
              <a:satOff val="-13209"/>
              <a:lumOff val="-2114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45 volunteers served 3,328 volunteer hours </a:t>
          </a:r>
        </a:p>
        <a:p>
          <a:pPr marL="57150" lvl="1" indent="-57150" algn="l" defTabSz="444500">
            <a:lnSpc>
              <a:spcPct val="90000"/>
            </a:lnSpc>
            <a:spcBef>
              <a:spcPct val="0"/>
            </a:spcBef>
            <a:spcAft>
              <a:spcPct val="15000"/>
            </a:spcAft>
            <a:buChar char="•"/>
          </a:pPr>
          <a:r>
            <a:rPr lang="en-US" sz="1000" kern="1200"/>
            <a:t>Volunteer impact of 99,673.60</a:t>
          </a:r>
        </a:p>
      </dsp:txBody>
      <dsp:txXfrm>
        <a:off x="6068141" y="3044299"/>
        <a:ext cx="1993181" cy="774073"/>
      </dsp:txXfrm>
    </dsp:sp>
    <dsp:sp modelId="{CB5C1553-D3FE-844A-9820-DF7736D38ED4}">
      <dsp:nvSpPr>
        <dsp:cNvPr id="0" name=""/>
        <dsp:cNvSpPr/>
      </dsp:nvSpPr>
      <dsp:spPr>
        <a:xfrm>
          <a:off x="7064732" y="2175668"/>
          <a:ext cx="0" cy="826754"/>
        </a:xfrm>
        <a:prstGeom prst="line">
          <a:avLst/>
        </a:prstGeom>
        <a:noFill/>
        <a:ln w="12700" cap="flat" cmpd="sng" algn="ctr">
          <a:solidFill>
            <a:schemeClr val="accent2">
              <a:hueOff val="4602580"/>
              <a:satOff val="-13209"/>
              <a:lumOff val="-21149"/>
              <a:alphaOff val="0"/>
            </a:schemeClr>
          </a:solidFill>
          <a:prstDash val="dash"/>
          <a:miter lim="800000"/>
        </a:ln>
        <a:effectLst/>
      </dsp:spPr>
      <dsp:style>
        <a:lnRef idx="1">
          <a:scrgbClr r="0" g="0" b="0"/>
        </a:lnRef>
        <a:fillRef idx="0">
          <a:scrgbClr r="0" g="0" b="0"/>
        </a:fillRef>
        <a:effectRef idx="0">
          <a:scrgbClr r="0" g="0" b="0"/>
        </a:effectRef>
        <a:fontRef idx="minor"/>
      </dsp:style>
    </dsp:sp>
    <dsp:sp modelId="{86DD905A-5A79-3E49-B35A-9A4047ECAC94}">
      <dsp:nvSpPr>
        <dsp:cNvPr id="0" name=""/>
        <dsp:cNvSpPr/>
      </dsp:nvSpPr>
      <dsp:spPr>
        <a:xfrm>
          <a:off x="7355503" y="23366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2022</a:t>
          </a:r>
        </a:p>
      </dsp:txBody>
      <dsp:txXfrm>
        <a:off x="7355503" y="2336668"/>
        <a:ext cx="1827701" cy="491701"/>
      </dsp:txXfrm>
    </dsp:sp>
    <dsp:sp modelId="{15D4ACAA-DE47-4540-B2CA-859B02D0A16D}">
      <dsp:nvSpPr>
        <dsp:cNvPr id="0" name=""/>
        <dsp:cNvSpPr/>
      </dsp:nvSpPr>
      <dsp:spPr>
        <a:xfrm>
          <a:off x="7032097" y="2143033"/>
          <a:ext cx="65270" cy="65270"/>
        </a:xfrm>
        <a:prstGeom prst="ellipse">
          <a:avLst/>
        </a:prstGeom>
        <a:solidFill>
          <a:schemeClr val="accent2">
            <a:hueOff val="4602580"/>
            <a:satOff val="-13209"/>
            <a:lumOff val="-21149"/>
            <a:alphaOff val="0"/>
          </a:schemeClr>
        </a:solidFill>
        <a:ln w="19050" cap="flat" cmpd="sng" algn="ctr">
          <a:solidFill>
            <a:schemeClr val="accent2">
              <a:hueOff val="4602580"/>
              <a:satOff val="-13209"/>
              <a:lumOff val="-211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42013A-DA65-7542-A552-7BDE33164156}">
      <dsp:nvSpPr>
        <dsp:cNvPr id="0" name=""/>
        <dsp:cNvSpPr/>
      </dsp:nvSpPr>
      <dsp:spPr>
        <a:xfrm>
          <a:off x="7230887" y="537458"/>
          <a:ext cx="2076933" cy="811456"/>
        </a:xfrm>
        <a:prstGeom prst="roundRect">
          <a:avLst/>
        </a:prstGeom>
        <a:solidFill>
          <a:schemeClr val="lt1">
            <a:alpha val="90000"/>
            <a:hueOff val="0"/>
            <a:satOff val="0"/>
            <a:lumOff val="0"/>
            <a:alphaOff val="0"/>
          </a:schemeClr>
        </a:solidFill>
        <a:ln w="19050" cap="flat" cmpd="sng" algn="ctr">
          <a:solidFill>
            <a:schemeClr val="accent2">
              <a:hueOff val="5523096"/>
              <a:satOff val="-15851"/>
              <a:lumOff val="-253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Students and families were served more then 14,976 meals</a:t>
          </a:r>
        </a:p>
      </dsp:txBody>
      <dsp:txXfrm>
        <a:off x="7270499" y="577070"/>
        <a:ext cx="1997709" cy="732232"/>
      </dsp:txXfrm>
    </dsp:sp>
    <dsp:sp modelId="{46F21D10-A436-E449-B5BC-4AEF95B6E19C}">
      <dsp:nvSpPr>
        <dsp:cNvPr id="0" name=""/>
        <dsp:cNvSpPr/>
      </dsp:nvSpPr>
      <dsp:spPr>
        <a:xfrm>
          <a:off x="8269353" y="1348914"/>
          <a:ext cx="0" cy="826754"/>
        </a:xfrm>
        <a:prstGeom prst="line">
          <a:avLst/>
        </a:prstGeom>
        <a:noFill/>
        <a:ln w="12700" cap="flat" cmpd="sng" algn="ctr">
          <a:solidFill>
            <a:schemeClr val="accent2">
              <a:hueOff val="5523096"/>
              <a:satOff val="-15851"/>
              <a:lumOff val="-25379"/>
              <a:alphaOff val="0"/>
            </a:schemeClr>
          </a:solidFill>
          <a:prstDash val="dash"/>
          <a:miter lim="800000"/>
        </a:ln>
        <a:effectLst/>
      </dsp:spPr>
      <dsp:style>
        <a:lnRef idx="1">
          <a:scrgbClr r="0" g="0" b="0"/>
        </a:lnRef>
        <a:fillRef idx="0">
          <a:scrgbClr r="0" g="0" b="0"/>
        </a:fillRef>
        <a:effectRef idx="0">
          <a:scrgbClr r="0" g="0" b="0"/>
        </a:effectRef>
        <a:fontRef idx="minor"/>
      </dsp:style>
    </dsp:sp>
    <dsp:sp modelId="{EF6984B2-1BC5-CA41-B2D9-B82081AEEB13}">
      <dsp:nvSpPr>
        <dsp:cNvPr id="0" name=""/>
        <dsp:cNvSpPr/>
      </dsp:nvSpPr>
      <dsp:spPr>
        <a:xfrm>
          <a:off x="8560124" y="1522968"/>
          <a:ext cx="182770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2022</a:t>
          </a:r>
        </a:p>
      </dsp:txBody>
      <dsp:txXfrm>
        <a:off x="8560124" y="1522968"/>
        <a:ext cx="1827701" cy="491701"/>
      </dsp:txXfrm>
    </dsp:sp>
    <dsp:sp modelId="{162BBA52-CBA5-9741-81B5-1BA628C72EDE}">
      <dsp:nvSpPr>
        <dsp:cNvPr id="0" name=""/>
        <dsp:cNvSpPr/>
      </dsp:nvSpPr>
      <dsp:spPr>
        <a:xfrm>
          <a:off x="8236718" y="2143033"/>
          <a:ext cx="65270" cy="65270"/>
        </a:xfrm>
        <a:prstGeom prst="ellipse">
          <a:avLst/>
        </a:prstGeom>
        <a:solidFill>
          <a:schemeClr val="accent2">
            <a:hueOff val="5523096"/>
            <a:satOff val="-15851"/>
            <a:lumOff val="-25379"/>
            <a:alphaOff val="0"/>
          </a:schemeClr>
        </a:solidFill>
        <a:ln w="19050" cap="flat" cmpd="sng" algn="ctr">
          <a:solidFill>
            <a:schemeClr val="accent2">
              <a:hueOff val="5523096"/>
              <a:satOff val="-15851"/>
              <a:lumOff val="-253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68C167-FC78-6646-B866-74AC6050916A}">
      <dsp:nvSpPr>
        <dsp:cNvPr id="0" name=""/>
        <dsp:cNvSpPr/>
      </dsp:nvSpPr>
      <dsp:spPr>
        <a:xfrm>
          <a:off x="8435508" y="3002423"/>
          <a:ext cx="2076933" cy="996932"/>
        </a:xfrm>
        <a:prstGeom prst="roundRect">
          <a:avLst/>
        </a:prstGeom>
        <a:solidFill>
          <a:schemeClr val="lt1">
            <a:alpha val="90000"/>
            <a:hueOff val="0"/>
            <a:satOff val="0"/>
            <a:lumOff val="0"/>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Students participated in collectively in more then 11,760 hours of academic tutoring</a:t>
          </a:r>
        </a:p>
      </dsp:txBody>
      <dsp:txXfrm>
        <a:off x="8484174" y="3051089"/>
        <a:ext cx="1979601" cy="899600"/>
      </dsp:txXfrm>
    </dsp:sp>
    <dsp:sp modelId="{9AF2AB62-E2CD-0945-B563-20222A3243EC}">
      <dsp:nvSpPr>
        <dsp:cNvPr id="0" name=""/>
        <dsp:cNvSpPr/>
      </dsp:nvSpPr>
      <dsp:spPr>
        <a:xfrm>
          <a:off x="9473975" y="2175668"/>
          <a:ext cx="0" cy="826754"/>
        </a:xfrm>
        <a:prstGeom prst="line">
          <a:avLst/>
        </a:prstGeom>
        <a:noFill/>
        <a:ln w="12700" cap="flat" cmpd="sng" algn="ctr">
          <a:solidFill>
            <a:schemeClr val="accent2">
              <a:hueOff val="6443612"/>
              <a:satOff val="-18493"/>
              <a:lumOff val="-29609"/>
              <a:alphaOff val="0"/>
            </a:schemeClr>
          </a:solidFill>
          <a:prstDash val="dash"/>
          <a:miter lim="800000"/>
        </a:ln>
        <a:effectLst/>
      </dsp:spPr>
      <dsp:style>
        <a:lnRef idx="1">
          <a:scrgbClr r="0" g="0" b="0"/>
        </a:lnRef>
        <a:fillRef idx="0">
          <a:scrgbClr r="0" g="0" b="0"/>
        </a:fillRef>
        <a:effectRef idx="0">
          <a:scrgbClr r="0" g="0" b="0"/>
        </a:effectRef>
        <a:fontRef idx="minor"/>
      </dsp:style>
    </dsp:sp>
    <dsp:sp modelId="{7440C901-C190-FA45-845C-7527D78828AA}">
      <dsp:nvSpPr>
        <dsp:cNvPr id="0" name=""/>
        <dsp:cNvSpPr/>
      </dsp:nvSpPr>
      <dsp:spPr>
        <a:xfrm>
          <a:off x="9441340" y="2143033"/>
          <a:ext cx="65270" cy="65270"/>
        </a:xfrm>
        <a:prstGeom prst="ellipse">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1AD26-855F-4D42-9C93-B3324C5587A9}">
      <dsp:nvSpPr>
        <dsp:cNvPr id="0" name=""/>
        <dsp:cNvSpPr/>
      </dsp:nvSpPr>
      <dsp:spPr>
        <a:xfrm>
          <a:off x="1839384" y="1163045"/>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47C560-8CBE-42C6-ABD2-445C60A45306}">
      <dsp:nvSpPr>
        <dsp:cNvPr id="0" name=""/>
        <dsp:cNvSpPr/>
      </dsp:nvSpPr>
      <dsp:spPr>
        <a:xfrm>
          <a:off x="1839384" y="281782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en-US" sz="1500" kern="1200"/>
            <a:t>Many students stay through 12</a:t>
          </a:r>
          <a:r>
            <a:rPr lang="en-US" sz="1500" kern="1200" baseline="30000"/>
            <a:t>th</a:t>
          </a:r>
          <a:r>
            <a:rPr lang="en-US" sz="1500" kern="1200"/>
            <a:t> grade and on to show the impact Epoch has made on students</a:t>
          </a:r>
        </a:p>
      </dsp:txBody>
      <dsp:txXfrm>
        <a:off x="1839384" y="2817823"/>
        <a:ext cx="4320000" cy="648000"/>
      </dsp:txXfrm>
    </dsp:sp>
    <dsp:sp modelId="{1A2843D7-6039-4EA2-9A1B-E2E27D3E9145}">
      <dsp:nvSpPr>
        <dsp:cNvPr id="0" name=""/>
        <dsp:cNvSpPr/>
      </dsp:nvSpPr>
      <dsp:spPr>
        <a:xfrm>
          <a:off x="1839384" y="3532231"/>
          <a:ext cx="4320000" cy="95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Aptos Display" panose="02110004020202020204"/>
            </a:rPr>
            <a:t>Students build connections that go past the doors of Epoch</a:t>
          </a:r>
          <a:endParaRPr lang="en-US" sz="1200" kern="1200">
            <a:latin typeface="Aptos Display" panose="02110004020202020204"/>
          </a:endParaRPr>
        </a:p>
        <a:p>
          <a:pPr marL="0" lvl="0" indent="0" algn="l" defTabSz="533400">
            <a:lnSpc>
              <a:spcPct val="100000"/>
            </a:lnSpc>
            <a:spcBef>
              <a:spcPct val="0"/>
            </a:spcBef>
            <a:spcAft>
              <a:spcPct val="35000"/>
            </a:spcAft>
            <a:buNone/>
          </a:pPr>
          <a:r>
            <a:rPr lang="en-US" sz="1200" kern="1200">
              <a:latin typeface="Aptos Display" panose="02110004020202020204"/>
            </a:rPr>
            <a:t>Families are able to trust and know where there child is after school</a:t>
          </a:r>
        </a:p>
      </dsp:txBody>
      <dsp:txXfrm>
        <a:off x="1839384" y="3532231"/>
        <a:ext cx="4320000" cy="951228"/>
      </dsp:txXfrm>
    </dsp:sp>
    <dsp:sp modelId="{5F96F5FC-D603-4CBB-8B24-B4C2174772CD}">
      <dsp:nvSpPr>
        <dsp:cNvPr id="0" name=""/>
        <dsp:cNvSpPr/>
      </dsp:nvSpPr>
      <dsp:spPr>
        <a:xfrm>
          <a:off x="6915384" y="1163045"/>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78CBDF-0806-496A-B6FD-E141EEBCFBBA}">
      <dsp:nvSpPr>
        <dsp:cNvPr id="0" name=""/>
        <dsp:cNvSpPr/>
      </dsp:nvSpPr>
      <dsp:spPr>
        <a:xfrm>
          <a:off x="6915384" y="281782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100000"/>
            </a:lnSpc>
            <a:spcBef>
              <a:spcPct val="0"/>
            </a:spcBef>
            <a:spcAft>
              <a:spcPct val="35000"/>
            </a:spcAft>
            <a:buNone/>
            <a:defRPr b="1"/>
          </a:pPr>
          <a:r>
            <a:rPr lang="en-US" sz="1500" kern="1200"/>
            <a:t>Epoch guides by 4 principles:</a:t>
          </a:r>
        </a:p>
      </dsp:txBody>
      <dsp:txXfrm>
        <a:off x="6915384" y="2817823"/>
        <a:ext cx="4320000" cy="648000"/>
      </dsp:txXfrm>
    </dsp:sp>
    <dsp:sp modelId="{63466EDF-392D-48D0-AD2B-48E2A1E1032D}">
      <dsp:nvSpPr>
        <dsp:cNvPr id="0" name=""/>
        <dsp:cNvSpPr/>
      </dsp:nvSpPr>
      <dsp:spPr>
        <a:xfrm>
          <a:off x="6915384" y="3532231"/>
          <a:ext cx="4320000" cy="95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kern="1200"/>
            <a:t>Work hard</a:t>
          </a:r>
        </a:p>
        <a:p>
          <a:pPr marL="0" lvl="0" indent="0" algn="l" defTabSz="533400">
            <a:lnSpc>
              <a:spcPct val="100000"/>
            </a:lnSpc>
            <a:spcBef>
              <a:spcPct val="0"/>
            </a:spcBef>
            <a:spcAft>
              <a:spcPct val="35000"/>
            </a:spcAft>
            <a:buNone/>
          </a:pPr>
          <a:r>
            <a:rPr lang="en-US" sz="1200" kern="1200"/>
            <a:t>Respect authority</a:t>
          </a:r>
        </a:p>
        <a:p>
          <a:pPr marL="0" lvl="0" indent="0" algn="l" defTabSz="533400">
            <a:lnSpc>
              <a:spcPct val="100000"/>
            </a:lnSpc>
            <a:spcBef>
              <a:spcPct val="0"/>
            </a:spcBef>
            <a:spcAft>
              <a:spcPct val="35000"/>
            </a:spcAft>
            <a:buNone/>
          </a:pPr>
          <a:r>
            <a:rPr lang="en-US" sz="1200" kern="1200"/>
            <a:t>Love everyone</a:t>
          </a:r>
          <a:r>
            <a:rPr lang="en-US" sz="1200" kern="1200">
              <a:latin typeface="Aptos Display" panose="02110004020202020204"/>
            </a:rPr>
            <a:t> </a:t>
          </a:r>
          <a:endParaRPr lang="en-US" sz="1200" kern="1200"/>
        </a:p>
        <a:p>
          <a:pPr marL="0" lvl="0" indent="0" algn="l" defTabSz="533400">
            <a:lnSpc>
              <a:spcPct val="100000"/>
            </a:lnSpc>
            <a:spcBef>
              <a:spcPct val="0"/>
            </a:spcBef>
            <a:spcAft>
              <a:spcPct val="35000"/>
            </a:spcAft>
            <a:buNone/>
          </a:pPr>
          <a:r>
            <a:rPr lang="en-US" sz="1200" kern="1200"/>
            <a:t>Forgive quickly</a:t>
          </a:r>
        </a:p>
      </dsp:txBody>
      <dsp:txXfrm>
        <a:off x="6915384" y="3532231"/>
        <a:ext cx="4320000" cy="951228"/>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072D-A839-3C09-B9FE-C514CE513E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3A8CE4-C265-5048-69E5-7C250B0892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F25799-A08D-9972-35BB-B390F764C9BF}"/>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5" name="Footer Placeholder 4">
            <a:extLst>
              <a:ext uri="{FF2B5EF4-FFF2-40B4-BE49-F238E27FC236}">
                <a16:creationId xmlns:a16="http://schemas.microsoft.com/office/drawing/2014/main" id="{48B11447-2C6E-26B7-2593-F6A8D8D4EF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2858CA-EF83-938E-DAC5-95589D842665}"/>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597794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2BD7F-EF35-7783-6455-8F8A0639F7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4159EA-0930-077A-6F94-EFB2180408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189C31-DA0C-3E24-6692-7F31746B11FF}"/>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5" name="Footer Placeholder 4">
            <a:extLst>
              <a:ext uri="{FF2B5EF4-FFF2-40B4-BE49-F238E27FC236}">
                <a16:creationId xmlns:a16="http://schemas.microsoft.com/office/drawing/2014/main" id="{88E826E6-46BB-3C9E-636B-AC6EB27063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5BD26C-7189-AC93-34F1-7546FD35C03C}"/>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4277690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907AB-8057-B75F-6EEE-4B6FE1CCE2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9FCCFC-F953-3D76-3B21-0859C4DCF0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98B893-E00E-90ED-0CEE-25A583DC8306}"/>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5" name="Footer Placeholder 4">
            <a:extLst>
              <a:ext uri="{FF2B5EF4-FFF2-40B4-BE49-F238E27FC236}">
                <a16:creationId xmlns:a16="http://schemas.microsoft.com/office/drawing/2014/main" id="{31B72835-0521-D5FE-C8F8-C5F31A440A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06A74-E37E-9896-689A-C420CFBC66F0}"/>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2146635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8F87-51AD-A36A-8443-3908C7C86B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BF4590-3289-A29C-9AFC-CEAAB67A59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D56E03-8CB4-3311-C6C0-0CCB4A9036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9590ED-45E6-FCB1-03EE-E6EC45E9B208}"/>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6" name="Footer Placeholder 5">
            <a:extLst>
              <a:ext uri="{FF2B5EF4-FFF2-40B4-BE49-F238E27FC236}">
                <a16:creationId xmlns:a16="http://schemas.microsoft.com/office/drawing/2014/main" id="{F5BD6B6E-F39B-36DC-D024-63ABE6D8AA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6C1E75-4714-9DCA-192A-DBCF7DEEDB00}"/>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2459124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2B64-5A46-F836-1E82-092C8480F8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DFC127-4113-20FA-8B95-4A3DC6878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6E8840-326C-0465-41A2-A9F75715B1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592015-ABF7-3019-0017-56B29CD215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CE8C2-625F-531C-BB91-C4DECF12A6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39489-4D8A-D1A4-7265-5BDFFEDF3B4D}"/>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8" name="Footer Placeholder 7">
            <a:extLst>
              <a:ext uri="{FF2B5EF4-FFF2-40B4-BE49-F238E27FC236}">
                <a16:creationId xmlns:a16="http://schemas.microsoft.com/office/drawing/2014/main" id="{6F6C76D5-5703-64A0-7C0C-A95DF0694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ACFA1F-076D-0321-EC3F-FAFB34FD142A}"/>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346232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9A697-773A-3085-0EE2-616A00F96C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6EBCF3-4A74-9B61-6824-3FD5DE499781}"/>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4" name="Footer Placeholder 3">
            <a:extLst>
              <a:ext uri="{FF2B5EF4-FFF2-40B4-BE49-F238E27FC236}">
                <a16:creationId xmlns:a16="http://schemas.microsoft.com/office/drawing/2014/main" id="{00282301-CFD6-D95C-B21D-D28279A98FE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88C5C2-21F4-98C8-4509-14BC4D722310}"/>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261755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A609AB-03D9-0604-33F1-1B09A93A948C}"/>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3" name="Footer Placeholder 2">
            <a:extLst>
              <a:ext uri="{FF2B5EF4-FFF2-40B4-BE49-F238E27FC236}">
                <a16:creationId xmlns:a16="http://schemas.microsoft.com/office/drawing/2014/main" id="{6F62F6BB-C7DF-F132-18DB-23AC767BBA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612BB5-EE51-0564-E4BA-A166641822E5}"/>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405812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46320-5D6E-B609-05BA-1163D50976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D24DAF-52F9-EA3D-2945-0012E4168F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30483F-D9A7-F590-D0B9-4949F3172A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5D637-11F1-6259-C213-FFFF6D7DD903}"/>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6" name="Footer Placeholder 5">
            <a:extLst>
              <a:ext uri="{FF2B5EF4-FFF2-40B4-BE49-F238E27FC236}">
                <a16:creationId xmlns:a16="http://schemas.microsoft.com/office/drawing/2014/main" id="{7217F4E3-3AB5-2A3D-2D4C-9D3A6B0A81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B6F67-59F3-11A3-9A21-9D4A09821E64}"/>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2187153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476DA-33AF-63D0-D178-C1E2C8C76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169BA2-4478-EB18-0162-F852036CFA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44BFEA-B25B-E2DE-97F1-9D4680D25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03A3AB-3FA9-5455-5EF0-A7BAE7657AC4}"/>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6" name="Footer Placeholder 5">
            <a:extLst>
              <a:ext uri="{FF2B5EF4-FFF2-40B4-BE49-F238E27FC236}">
                <a16:creationId xmlns:a16="http://schemas.microsoft.com/office/drawing/2014/main" id="{EFAEB64C-4280-4C74-6BBB-AD502B102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9455D4-DBD8-7878-9A44-F4C1615E997F}"/>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141137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0A772-FF7E-B5F2-E32D-8C4583F5A9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87BC76-134A-ABC9-3D12-FE522AB4EE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081E60-4FEE-10CA-D1D7-BC7600364118}"/>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5" name="Footer Placeholder 4">
            <a:extLst>
              <a:ext uri="{FF2B5EF4-FFF2-40B4-BE49-F238E27FC236}">
                <a16:creationId xmlns:a16="http://schemas.microsoft.com/office/drawing/2014/main" id="{44CF3456-A32E-882F-E27F-FB0643794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7A42EC-37A9-FBC0-4A17-5739DB5C7449}"/>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1230817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F06440-26EF-43EC-91EC-086570F3DF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10F760-F479-2C8B-6234-2ED68C4EE2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C543C-0F75-1CA0-DEDD-9DC6C736BD7F}"/>
              </a:ext>
            </a:extLst>
          </p:cNvPr>
          <p:cNvSpPr>
            <a:spLocks noGrp="1"/>
          </p:cNvSpPr>
          <p:nvPr>
            <p:ph type="dt" sz="half" idx="10"/>
          </p:nvPr>
        </p:nvSpPr>
        <p:spPr/>
        <p:txBody>
          <a:bodyPr/>
          <a:lstStyle/>
          <a:p>
            <a:fld id="{A52553F3-1FB9-A94E-A1F1-D2BEEC1D2E60}" type="datetimeFigureOut">
              <a:rPr lang="en-US" smtClean="0"/>
              <a:t>5/21/24</a:t>
            </a:fld>
            <a:endParaRPr lang="en-US"/>
          </a:p>
        </p:txBody>
      </p:sp>
      <p:sp>
        <p:nvSpPr>
          <p:cNvPr id="5" name="Footer Placeholder 4">
            <a:extLst>
              <a:ext uri="{FF2B5EF4-FFF2-40B4-BE49-F238E27FC236}">
                <a16:creationId xmlns:a16="http://schemas.microsoft.com/office/drawing/2014/main" id="{049A2794-12F5-6E3D-4458-C76AA8F30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6A8605-CE26-0BA9-DFF2-BE0F7B2BF903}"/>
              </a:ext>
            </a:extLst>
          </p:cNvPr>
          <p:cNvSpPr>
            <a:spLocks noGrp="1"/>
          </p:cNvSpPr>
          <p:nvPr>
            <p:ph type="sldNum" sz="quarter" idx="12"/>
          </p:nvPr>
        </p:nvSpPr>
        <p:spPr/>
        <p:txBody>
          <a:bodyPr/>
          <a:lstStyle/>
          <a:p>
            <a:fld id="{635D6CB3-62ED-B640-AD8B-3BB8A0B50671}" type="slidenum">
              <a:rPr lang="en-US" smtClean="0"/>
              <a:t>‹#›</a:t>
            </a:fld>
            <a:endParaRPr lang="en-US"/>
          </a:p>
        </p:txBody>
      </p:sp>
    </p:spTree>
    <p:extLst>
      <p:ext uri="{BB962C8B-B14F-4D97-AF65-F5344CB8AC3E}">
        <p14:creationId xmlns:p14="http://schemas.microsoft.com/office/powerpoint/2010/main" val="298929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2AFB3-C3A1-767F-FED8-E3BA89D947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67402D-8948-23BC-E6E8-59A5C0D987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076C1-B810-4800-BD37-5EC7C23BE6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2553F3-1FB9-A94E-A1F1-D2BEEC1D2E60}" type="datetimeFigureOut">
              <a:rPr lang="en-US" smtClean="0"/>
              <a:t>5/21/24</a:t>
            </a:fld>
            <a:endParaRPr lang="en-US"/>
          </a:p>
        </p:txBody>
      </p:sp>
      <p:sp>
        <p:nvSpPr>
          <p:cNvPr id="5" name="Footer Placeholder 4">
            <a:extLst>
              <a:ext uri="{FF2B5EF4-FFF2-40B4-BE49-F238E27FC236}">
                <a16:creationId xmlns:a16="http://schemas.microsoft.com/office/drawing/2014/main" id="{8BF5F1BC-8FF9-84FE-A004-0B631C30E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B662F99-EA91-F871-0EA7-DA4142BC07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5D6CB3-62ED-B640-AD8B-3BB8A0B50671}" type="slidenum">
              <a:rPr lang="en-US" smtClean="0"/>
              <a:t>‹#›</a:t>
            </a:fld>
            <a:endParaRPr lang="en-US"/>
          </a:p>
        </p:txBody>
      </p:sp>
    </p:spTree>
    <p:extLst>
      <p:ext uri="{BB962C8B-B14F-4D97-AF65-F5344CB8AC3E}">
        <p14:creationId xmlns:p14="http://schemas.microsoft.com/office/powerpoint/2010/main" val="68083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 name="Rectangle 1074">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77" name="Arc 1076">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C80A6D-8AD3-C7F5-58EF-9AA0D7E7FBAD}"/>
              </a:ext>
            </a:extLst>
          </p:cNvPr>
          <p:cNvSpPr>
            <a:spLocks noGrp="1"/>
          </p:cNvSpPr>
          <p:nvPr>
            <p:ph type="ctrTitle"/>
          </p:nvPr>
        </p:nvSpPr>
        <p:spPr>
          <a:xfrm>
            <a:off x="7080738" y="647593"/>
            <a:ext cx="4467792" cy="3060541"/>
          </a:xfrm>
        </p:spPr>
        <p:txBody>
          <a:bodyPr>
            <a:normAutofit/>
          </a:bodyPr>
          <a:lstStyle/>
          <a:p>
            <a:r>
              <a:rPr lang="en-US">
                <a:ln w="22225">
                  <a:solidFill>
                    <a:schemeClr val="tx1"/>
                  </a:solidFill>
                  <a:miter lim="800000"/>
                </a:ln>
                <a:solidFill>
                  <a:srgbClr val="FFFFFF"/>
                </a:solidFill>
              </a:rPr>
              <a:t>Epoch Dream Center</a:t>
            </a:r>
          </a:p>
        </p:txBody>
      </p:sp>
      <p:sp>
        <p:nvSpPr>
          <p:cNvPr id="3" name="Subtitle 2">
            <a:extLst>
              <a:ext uri="{FF2B5EF4-FFF2-40B4-BE49-F238E27FC236}">
                <a16:creationId xmlns:a16="http://schemas.microsoft.com/office/drawing/2014/main" id="{F5F538DF-8178-CBD1-199B-49ACA0CA4C0B}"/>
              </a:ext>
            </a:extLst>
          </p:cNvPr>
          <p:cNvSpPr>
            <a:spLocks noGrp="1"/>
          </p:cNvSpPr>
          <p:nvPr>
            <p:ph type="subTitle" idx="1"/>
          </p:nvPr>
        </p:nvSpPr>
        <p:spPr>
          <a:xfrm>
            <a:off x="6786563" y="3800209"/>
            <a:ext cx="4761967" cy="2410198"/>
          </a:xfrm>
        </p:spPr>
        <p:txBody>
          <a:bodyPr>
            <a:normAutofit/>
          </a:bodyPr>
          <a:lstStyle/>
          <a:p>
            <a:r>
              <a:rPr lang="en-US">
                <a:solidFill>
                  <a:srgbClr val="FFFFFF"/>
                </a:solidFill>
              </a:rPr>
              <a:t>By: Julia See, Gina </a:t>
            </a:r>
            <a:r>
              <a:rPr lang="en-US" err="1">
                <a:solidFill>
                  <a:srgbClr val="FFFFFF"/>
                </a:solidFill>
              </a:rPr>
              <a:t>Postorino</a:t>
            </a:r>
            <a:r>
              <a:rPr lang="en-US">
                <a:solidFill>
                  <a:srgbClr val="FFFFFF"/>
                </a:solidFill>
              </a:rPr>
              <a:t>, Andrew Barbieri, Ryland Bunnell</a:t>
            </a:r>
          </a:p>
        </p:txBody>
      </p:sp>
      <p:sp>
        <p:nvSpPr>
          <p:cNvPr id="1079" name="Oval 1078">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368"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DA226B73-0A09-982A-1521-A207B2AE745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06747" y="2237136"/>
            <a:ext cx="4252055" cy="2383727"/>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8884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y plastic numbers">
            <a:extLst>
              <a:ext uri="{FF2B5EF4-FFF2-40B4-BE49-F238E27FC236}">
                <a16:creationId xmlns:a16="http://schemas.microsoft.com/office/drawing/2014/main" id="{3D23B21E-BC8F-4A12-3D95-05EEB802D68A}"/>
              </a:ext>
            </a:extLst>
          </p:cNvPr>
          <p:cNvPicPr>
            <a:picLocks noChangeAspect="1"/>
          </p:cNvPicPr>
          <p:nvPr/>
        </p:nvPicPr>
        <p:blipFill rotWithShape="1">
          <a:blip r:embed="rId2"/>
          <a:srcRect l="23473" r="30071" b="1"/>
          <a:stretch/>
        </p:blipFill>
        <p:spPr>
          <a:xfrm>
            <a:off x="7544661" y="323519"/>
            <a:ext cx="4323899" cy="6212748"/>
          </a:xfrm>
          <a:custGeom>
            <a:avLst/>
            <a:gdLst/>
            <a:ahLst/>
            <a:cxnLst/>
            <a:rect l="l" t="t" r="r" b="b"/>
            <a:pathLst>
              <a:path w="4323899" h="6212748">
                <a:moveTo>
                  <a:pt x="0" y="0"/>
                </a:moveTo>
                <a:lnTo>
                  <a:pt x="4323899" y="0"/>
                </a:lnTo>
                <a:lnTo>
                  <a:pt x="4323899" y="2864954"/>
                </a:lnTo>
                <a:lnTo>
                  <a:pt x="880454" y="6212748"/>
                </a:lnTo>
                <a:lnTo>
                  <a:pt x="0" y="6212748"/>
                </a:lnTo>
                <a:close/>
              </a:path>
            </a:pathLst>
          </a:custGeom>
        </p:spPr>
      </p:pic>
      <p:sp>
        <p:nvSpPr>
          <p:cNvPr id="18" name="Rectangle 17">
            <a:extLst>
              <a:ext uri="{FF2B5EF4-FFF2-40B4-BE49-F238E27FC236}">
                <a16:creationId xmlns:a16="http://schemas.microsoft.com/office/drawing/2014/main" id="{51C89C42-AF83-451A-81EA-472844755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B08F22-5317-37E8-A1E6-E16633CFF0BD}"/>
              </a:ext>
            </a:extLst>
          </p:cNvPr>
          <p:cNvSpPr>
            <a:spLocks noGrp="1"/>
          </p:cNvSpPr>
          <p:nvPr>
            <p:ph type="title"/>
          </p:nvPr>
        </p:nvSpPr>
        <p:spPr>
          <a:xfrm>
            <a:off x="1123359" y="1188637"/>
            <a:ext cx="5917521" cy="1597228"/>
          </a:xfrm>
        </p:spPr>
        <p:txBody>
          <a:bodyPr>
            <a:normAutofit/>
          </a:bodyPr>
          <a:lstStyle/>
          <a:p>
            <a:r>
              <a:rPr lang="en-US" sz="6000"/>
              <a:t>Who We Are?</a:t>
            </a:r>
          </a:p>
        </p:txBody>
      </p:sp>
      <p:sp>
        <p:nvSpPr>
          <p:cNvPr id="3" name="Content Placeholder 2">
            <a:extLst>
              <a:ext uri="{FF2B5EF4-FFF2-40B4-BE49-F238E27FC236}">
                <a16:creationId xmlns:a16="http://schemas.microsoft.com/office/drawing/2014/main" id="{77AA464F-5148-690C-E13E-B33F6F6DA322}"/>
              </a:ext>
            </a:extLst>
          </p:cNvPr>
          <p:cNvSpPr>
            <a:spLocks noGrp="1"/>
          </p:cNvSpPr>
          <p:nvPr>
            <p:ph idx="1"/>
          </p:nvPr>
        </p:nvSpPr>
        <p:spPr>
          <a:xfrm>
            <a:off x="1111112" y="2452282"/>
            <a:ext cx="5917520" cy="3539444"/>
          </a:xfrm>
        </p:spPr>
        <p:txBody>
          <a:bodyPr anchor="t">
            <a:noAutofit/>
          </a:bodyPr>
          <a:lstStyle/>
          <a:p>
            <a:r>
              <a:rPr lang="en-US" sz="1800"/>
              <a:t>Nonprofit Organization pursuing to create nurturing relationships that empower, mentor and encourage students in areas of academics, character development, and social-emotional wellness</a:t>
            </a:r>
          </a:p>
          <a:p>
            <a:r>
              <a:rPr lang="en-US" sz="1800"/>
              <a:t>Epoch’s staff, mentors and volunteers providing a fun, loving and structured environment so children can excel to their fullest potential </a:t>
            </a:r>
          </a:p>
          <a:p>
            <a:pPr lvl="1"/>
            <a:r>
              <a:rPr lang="en-US" sz="1800"/>
              <a:t>With student's attendance, this teaches them the value of hard work and the importance of making wise decisions</a:t>
            </a:r>
          </a:p>
          <a:p>
            <a:r>
              <a:rPr lang="en-US" sz="1800"/>
              <a:t>An established focus on knowing the kids and families, more than just caring and providing for children </a:t>
            </a:r>
          </a:p>
        </p:txBody>
      </p:sp>
    </p:spTree>
    <p:extLst>
      <p:ext uri="{BB962C8B-B14F-4D97-AF65-F5344CB8AC3E}">
        <p14:creationId xmlns:p14="http://schemas.microsoft.com/office/powerpoint/2010/main" val="2186424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53">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843832-8350-3E35-67DD-2FCA93482D37}"/>
              </a:ext>
            </a:extLst>
          </p:cNvPr>
          <p:cNvSpPr>
            <a:spLocks noGrp="1"/>
          </p:cNvSpPr>
          <p:nvPr>
            <p:ph type="title"/>
          </p:nvPr>
        </p:nvSpPr>
        <p:spPr>
          <a:xfrm>
            <a:off x="1137033" y="670559"/>
            <a:ext cx="4683321" cy="2148841"/>
          </a:xfrm>
        </p:spPr>
        <p:txBody>
          <a:bodyPr anchor="t">
            <a:normAutofit/>
          </a:bodyPr>
          <a:lstStyle/>
          <a:p>
            <a:r>
              <a:rPr lang="en-US"/>
              <a:t>What is Epoch?</a:t>
            </a:r>
          </a:p>
        </p:txBody>
      </p:sp>
      <p:pic>
        <p:nvPicPr>
          <p:cNvPr id="1026" name="Picture 2" descr="A logo for a company&#10;&#10;Description automatically generated">
            <a:extLst>
              <a:ext uri="{FF2B5EF4-FFF2-40B4-BE49-F238E27FC236}">
                <a16:creationId xmlns:a16="http://schemas.microsoft.com/office/drawing/2014/main" id="{8AE7BF20-8FAF-E269-F0A3-E5BD51ADF7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39" r="2704" b="-2"/>
          <a:stretch/>
        </p:blipFill>
        <p:spPr bwMode="auto">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8380359-4A17-7E44-0279-48D49F17626B}"/>
              </a:ext>
            </a:extLst>
          </p:cNvPr>
          <p:cNvSpPr>
            <a:spLocks noGrp="1"/>
          </p:cNvSpPr>
          <p:nvPr>
            <p:ph idx="1"/>
          </p:nvPr>
        </p:nvSpPr>
        <p:spPr>
          <a:xfrm>
            <a:off x="6797004" y="670559"/>
            <a:ext cx="4555782" cy="5445076"/>
          </a:xfrm>
        </p:spPr>
        <p:txBody>
          <a:bodyPr anchor="t">
            <a:normAutofit/>
          </a:bodyPr>
          <a:lstStyle/>
          <a:p>
            <a:r>
              <a:rPr lang="en-US" sz="2000"/>
              <a:t>After school program</a:t>
            </a:r>
          </a:p>
          <a:p>
            <a:pPr lvl="1"/>
            <a:r>
              <a:rPr lang="en-US" sz="2000"/>
              <a:t>Primary Area: Hebron/ Salisbury</a:t>
            </a:r>
          </a:p>
          <a:p>
            <a:r>
              <a:rPr lang="en-US" sz="2000"/>
              <a:t>Kids in Grades K-12</a:t>
            </a:r>
          </a:p>
          <a:p>
            <a:pPr lvl="1"/>
            <a:r>
              <a:rPr lang="en-US" sz="2000"/>
              <a:t>Students that start young typically stay until 12</a:t>
            </a:r>
            <a:r>
              <a:rPr lang="en-US" sz="2000" baseline="30000"/>
              <a:t>th</a:t>
            </a:r>
            <a:r>
              <a:rPr lang="en-US" sz="2000"/>
              <a:t> grade</a:t>
            </a:r>
          </a:p>
          <a:p>
            <a:pPr lvl="1"/>
            <a:r>
              <a:rPr lang="en-US" sz="2000"/>
              <a:t>Able to stay until 6:30</a:t>
            </a:r>
          </a:p>
          <a:p>
            <a:r>
              <a:rPr lang="en-US" sz="2000"/>
              <a:t>No cost to students or their families</a:t>
            </a:r>
          </a:p>
          <a:p>
            <a:pPr lvl="1"/>
            <a:r>
              <a:rPr lang="en-US" sz="2000"/>
              <a:t>Dependent on private funding</a:t>
            </a:r>
          </a:p>
          <a:p>
            <a:r>
              <a:rPr lang="en-US" sz="2000"/>
              <a:t>Students not only get cared for, but are known and build meaningful connections</a:t>
            </a:r>
          </a:p>
          <a:p>
            <a:pPr lvl="1"/>
            <a:r>
              <a:rPr lang="en-US" sz="2000"/>
              <a:t>There's a family style dinner every night to get to know the parents as well</a:t>
            </a:r>
          </a:p>
          <a:p>
            <a:r>
              <a:rPr lang="en-US" sz="2000"/>
              <a:t>Students get homework help, a mentor and to be a kid; to play</a:t>
            </a:r>
          </a:p>
        </p:txBody>
      </p:sp>
    </p:spTree>
    <p:extLst>
      <p:ext uri="{BB962C8B-B14F-4D97-AF65-F5344CB8AC3E}">
        <p14:creationId xmlns:p14="http://schemas.microsoft.com/office/powerpoint/2010/main" val="729835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F469C1-DA3A-FE57-0F2E-D1C0B682ED22}"/>
              </a:ext>
            </a:extLst>
          </p:cNvPr>
          <p:cNvSpPr>
            <a:spLocks noGrp="1"/>
          </p:cNvSpPr>
          <p:nvPr>
            <p:ph type="title"/>
          </p:nvPr>
        </p:nvSpPr>
        <p:spPr>
          <a:xfrm>
            <a:off x="838200" y="556995"/>
            <a:ext cx="10515600" cy="1133693"/>
          </a:xfrm>
        </p:spPr>
        <p:txBody>
          <a:bodyPr>
            <a:normAutofit/>
          </a:bodyPr>
          <a:lstStyle/>
          <a:p>
            <a:pPr algn="ctr"/>
            <a:r>
              <a:rPr lang="en-US" sz="5200"/>
              <a:t>Where Do We Get Our Funds From?</a:t>
            </a:r>
          </a:p>
        </p:txBody>
      </p:sp>
      <p:graphicFrame>
        <p:nvGraphicFramePr>
          <p:cNvPr id="7" name="Content Placeholder 2">
            <a:extLst>
              <a:ext uri="{FF2B5EF4-FFF2-40B4-BE49-F238E27FC236}">
                <a16:creationId xmlns:a16="http://schemas.microsoft.com/office/drawing/2014/main" id="{240A446C-0D4C-3045-2E36-DDE79B556552}"/>
              </a:ext>
            </a:extLst>
          </p:cNvPr>
          <p:cNvGraphicFramePr>
            <a:graphicFrameLocks noGrp="1"/>
          </p:cNvGraphicFramePr>
          <p:nvPr>
            <p:ph idx="1"/>
            <p:extLst>
              <p:ext uri="{D42A27DB-BD31-4B8C-83A1-F6EECF244321}">
                <p14:modId xmlns:p14="http://schemas.microsoft.com/office/powerpoint/2010/main" val="225383635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6112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D501DF7A-CD68-7C2C-4EB6-8D7D3EC100B0}"/>
              </a:ext>
            </a:extLst>
          </p:cNvPr>
          <p:cNvSpPr>
            <a:spLocks noGrp="1"/>
          </p:cNvSpPr>
          <p:nvPr>
            <p:ph type="title"/>
          </p:nvPr>
        </p:nvSpPr>
        <p:spPr>
          <a:xfrm>
            <a:off x="838200" y="365125"/>
            <a:ext cx="5393361" cy="1325563"/>
          </a:xfrm>
        </p:spPr>
        <p:txBody>
          <a:bodyPr>
            <a:normAutofit/>
          </a:bodyPr>
          <a:lstStyle/>
          <a:p>
            <a:r>
              <a:rPr lang="en-US"/>
              <a:t>Who Are Our Stakeholders?</a:t>
            </a:r>
          </a:p>
        </p:txBody>
      </p:sp>
      <p:sp>
        <p:nvSpPr>
          <p:cNvPr id="3" name="Content Placeholder 2">
            <a:extLst>
              <a:ext uri="{FF2B5EF4-FFF2-40B4-BE49-F238E27FC236}">
                <a16:creationId xmlns:a16="http://schemas.microsoft.com/office/drawing/2014/main" id="{5EECD16B-2ABA-A78C-3E83-F8FD4EB91156}"/>
              </a:ext>
            </a:extLst>
          </p:cNvPr>
          <p:cNvSpPr>
            <a:spLocks noGrp="1"/>
          </p:cNvSpPr>
          <p:nvPr>
            <p:ph idx="1"/>
          </p:nvPr>
        </p:nvSpPr>
        <p:spPr>
          <a:xfrm>
            <a:off x="838200" y="1825625"/>
            <a:ext cx="5393361" cy="4351338"/>
          </a:xfrm>
        </p:spPr>
        <p:txBody>
          <a:bodyPr vert="horz" lIns="91440" tIns="45720" rIns="91440" bIns="45720" rtlCol="0" anchor="t">
            <a:noAutofit/>
          </a:bodyPr>
          <a:lstStyle/>
          <a:p>
            <a:r>
              <a:rPr lang="en-US" sz="1400" b="1"/>
              <a:t>Students	</a:t>
            </a:r>
          </a:p>
          <a:p>
            <a:pPr lvl="1"/>
            <a:r>
              <a:rPr lang="en-US" sz="1400"/>
              <a:t>Why were here and what were doing</a:t>
            </a:r>
          </a:p>
          <a:p>
            <a:r>
              <a:rPr lang="en-US" sz="1400" b="1"/>
              <a:t>Families</a:t>
            </a:r>
          </a:p>
          <a:p>
            <a:r>
              <a:rPr lang="en-US" sz="1400" b="1"/>
              <a:t>Teachers</a:t>
            </a:r>
          </a:p>
          <a:p>
            <a:pPr lvl="1"/>
            <a:r>
              <a:rPr lang="en-US" sz="1400"/>
              <a:t>In the school systems that work with the students</a:t>
            </a:r>
          </a:p>
          <a:p>
            <a:pPr lvl="2"/>
            <a:r>
              <a:rPr lang="en-US" sz="1400"/>
              <a:t>Have contact with students every day</a:t>
            </a:r>
          </a:p>
          <a:p>
            <a:r>
              <a:rPr lang="en-US" sz="1400" b="1"/>
              <a:t>Epoch’s board members</a:t>
            </a:r>
          </a:p>
          <a:p>
            <a:pPr lvl="1"/>
            <a:r>
              <a:rPr lang="en-US" sz="1400"/>
              <a:t>Governing board that guides them</a:t>
            </a:r>
          </a:p>
          <a:p>
            <a:pPr lvl="1"/>
            <a:r>
              <a:rPr lang="en-US" sz="1400"/>
              <a:t>501c3</a:t>
            </a:r>
          </a:p>
          <a:p>
            <a:pPr lvl="1"/>
            <a:r>
              <a:rPr lang="en-US" sz="1400"/>
              <a:t>Managerial</a:t>
            </a:r>
          </a:p>
          <a:p>
            <a:r>
              <a:rPr lang="en-US" sz="1400" b="1"/>
              <a:t>Community members</a:t>
            </a:r>
          </a:p>
          <a:p>
            <a:pPr lvl="1"/>
            <a:r>
              <a:rPr lang="en-US" sz="1400"/>
              <a:t>People around the county, who see what is going on</a:t>
            </a:r>
          </a:p>
          <a:p>
            <a:r>
              <a:rPr lang="en-US" sz="1400" b="1"/>
              <a:t>County of Wicomico</a:t>
            </a:r>
          </a:p>
          <a:p>
            <a:pPr lvl="1"/>
            <a:r>
              <a:rPr lang="en-US" sz="1400"/>
              <a:t>Being that the council has approved a grant to state</a:t>
            </a:r>
          </a:p>
          <a:p>
            <a:r>
              <a:rPr lang="en-US" sz="1400" b="1"/>
              <a:t>Law enforcement</a:t>
            </a:r>
            <a:r>
              <a:rPr lang="en-US" sz="1400"/>
              <a:t>; subset of stakeholders </a:t>
            </a:r>
          </a:p>
        </p:txBody>
      </p:sp>
      <p:pic>
        <p:nvPicPr>
          <p:cNvPr id="5" name="Picture 4" descr="White puzzle with one red piece">
            <a:extLst>
              <a:ext uri="{FF2B5EF4-FFF2-40B4-BE49-F238E27FC236}">
                <a16:creationId xmlns:a16="http://schemas.microsoft.com/office/drawing/2014/main" id="{49AF972F-F41E-EB3F-3F4A-750F51121FCF}"/>
              </a:ext>
            </a:extLst>
          </p:cNvPr>
          <p:cNvPicPr>
            <a:picLocks noChangeAspect="1"/>
          </p:cNvPicPr>
          <p:nvPr/>
        </p:nvPicPr>
        <p:blipFill rotWithShape="1">
          <a:blip r:embed="rId2"/>
          <a:srcRect l="22624" r="21127"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46"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2139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997F8AA-B8DD-E58C-5C73-FE3DD6ADCD37}"/>
              </a:ext>
            </a:extLst>
          </p:cNvPr>
          <p:cNvPicPr>
            <a:picLocks noChangeAspect="1"/>
          </p:cNvPicPr>
          <p:nvPr/>
        </p:nvPicPr>
        <p:blipFill rotWithShape="1">
          <a:blip r:embed="rId2"/>
          <a:srcRect b="5436"/>
          <a:stretch/>
        </p:blipFill>
        <p:spPr>
          <a:xfrm>
            <a:off x="1"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49729B-C77B-0B81-FB9D-59BC0B0494F7}"/>
              </a:ext>
            </a:extLst>
          </p:cNvPr>
          <p:cNvSpPr>
            <a:spLocks noGrp="1"/>
          </p:cNvSpPr>
          <p:nvPr>
            <p:ph type="title"/>
          </p:nvPr>
        </p:nvSpPr>
        <p:spPr>
          <a:xfrm>
            <a:off x="7531610" y="365125"/>
            <a:ext cx="3822189" cy="1899912"/>
          </a:xfrm>
        </p:spPr>
        <p:txBody>
          <a:bodyPr>
            <a:normAutofit/>
          </a:bodyPr>
          <a:lstStyle/>
          <a:p>
            <a:r>
              <a:rPr lang="en-US" sz="4000"/>
              <a:t>Why Epoch Started</a:t>
            </a:r>
          </a:p>
        </p:txBody>
      </p:sp>
      <p:sp>
        <p:nvSpPr>
          <p:cNvPr id="3" name="Content Placeholder 2">
            <a:extLst>
              <a:ext uri="{FF2B5EF4-FFF2-40B4-BE49-F238E27FC236}">
                <a16:creationId xmlns:a16="http://schemas.microsoft.com/office/drawing/2014/main" id="{D2135692-494F-8EDF-F5BD-0BFD3B3320A3}"/>
              </a:ext>
            </a:extLst>
          </p:cNvPr>
          <p:cNvSpPr>
            <a:spLocks noGrp="1"/>
          </p:cNvSpPr>
          <p:nvPr>
            <p:ph idx="1"/>
          </p:nvPr>
        </p:nvSpPr>
        <p:spPr>
          <a:xfrm>
            <a:off x="7531610" y="2434201"/>
            <a:ext cx="3822189" cy="3742762"/>
          </a:xfrm>
        </p:spPr>
        <p:txBody>
          <a:bodyPr vert="horz" lIns="91440" tIns="45720" rIns="91440" bIns="45720" rtlCol="0">
            <a:normAutofit/>
          </a:bodyPr>
          <a:lstStyle/>
          <a:p>
            <a:r>
              <a:rPr lang="en-US" sz="1700">
                <a:latin typeface="Arial"/>
                <a:cs typeface="Arial"/>
              </a:rPr>
              <a:t>Most of the children in Epoch have challenging home life’s</a:t>
            </a:r>
          </a:p>
          <a:p>
            <a:pPr lvl="1"/>
            <a:r>
              <a:rPr lang="en-US" sz="1700">
                <a:latin typeface="Arial"/>
                <a:cs typeface="Arial"/>
              </a:rPr>
              <a:t>Children being abused by parents</a:t>
            </a:r>
          </a:p>
          <a:p>
            <a:pPr lvl="1"/>
            <a:r>
              <a:rPr lang="en-US" sz="1700">
                <a:latin typeface="Arial"/>
                <a:cs typeface="Arial"/>
              </a:rPr>
              <a:t>Parents being incarcerated</a:t>
            </a:r>
          </a:p>
          <a:p>
            <a:pPr lvl="1"/>
            <a:r>
              <a:rPr lang="en-US" sz="1700">
                <a:latin typeface="Arial"/>
                <a:cs typeface="Arial"/>
              </a:rPr>
              <a:t>Students are getting no sleep</a:t>
            </a:r>
          </a:p>
          <a:p>
            <a:pPr lvl="1"/>
            <a:r>
              <a:rPr lang="en-US" sz="1700">
                <a:latin typeface="Arial"/>
                <a:cs typeface="Arial"/>
              </a:rPr>
              <a:t>Students left hungry, with no food </a:t>
            </a:r>
          </a:p>
          <a:p>
            <a:pPr lvl="1"/>
            <a:r>
              <a:rPr lang="en-US" sz="1700">
                <a:latin typeface="Arial"/>
                <a:cs typeface="Arial"/>
              </a:rPr>
              <a:t>Last year Epoch provided 1500 meals to students</a:t>
            </a:r>
          </a:p>
          <a:p>
            <a:pPr lvl="1"/>
            <a:r>
              <a:rPr lang="en-US" sz="1700">
                <a:latin typeface="Arial"/>
                <a:cs typeface="Arial"/>
              </a:rPr>
              <a:t>Students can build friendships and find mentors  </a:t>
            </a:r>
            <a:endParaRPr lang="en-US" sz="1700"/>
          </a:p>
        </p:txBody>
      </p:sp>
    </p:spTree>
    <p:extLst>
      <p:ext uri="{BB962C8B-B14F-4D97-AF65-F5344CB8AC3E}">
        <p14:creationId xmlns:p14="http://schemas.microsoft.com/office/powerpoint/2010/main" val="2976372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2" name="Rectangle 208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EF53E8-12F7-671D-DE30-AF924E3C9422}"/>
              </a:ext>
            </a:extLst>
          </p:cNvPr>
          <p:cNvSpPr>
            <a:spLocks noGrp="1"/>
          </p:cNvSpPr>
          <p:nvPr>
            <p:ph type="title"/>
          </p:nvPr>
        </p:nvSpPr>
        <p:spPr>
          <a:xfrm>
            <a:off x="572493" y="238539"/>
            <a:ext cx="11018520" cy="1434415"/>
          </a:xfrm>
        </p:spPr>
        <p:txBody>
          <a:bodyPr anchor="b">
            <a:normAutofit/>
          </a:bodyPr>
          <a:lstStyle/>
          <a:p>
            <a:r>
              <a:rPr lang="en-US" sz="5400"/>
              <a:t>Getting Involved at Epoch</a:t>
            </a:r>
          </a:p>
        </p:txBody>
      </p:sp>
      <p:sp>
        <p:nvSpPr>
          <p:cNvPr id="208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AA275B-50ED-5248-4C64-952A968EFE77}"/>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1400"/>
              <a:t>Volunteers</a:t>
            </a:r>
            <a:endParaRPr lang="en-US"/>
          </a:p>
          <a:p>
            <a:pPr lvl="1"/>
            <a:r>
              <a:rPr lang="en-US" sz="1400"/>
              <a:t>Assist a class for the afternoon with reading, homework, and game time</a:t>
            </a:r>
          </a:p>
          <a:p>
            <a:r>
              <a:rPr lang="en-US" sz="1400"/>
              <a:t> Mentors </a:t>
            </a:r>
          </a:p>
          <a:p>
            <a:pPr lvl="1"/>
            <a:r>
              <a:rPr lang="en-US" sz="1400"/>
              <a:t>Mentors meet with their mentee for one hour per week for at least one year</a:t>
            </a:r>
          </a:p>
          <a:p>
            <a:pPr lvl="1"/>
            <a:r>
              <a:rPr lang="en-US" sz="1400"/>
              <a:t>Try to get the students matched with mentors</a:t>
            </a:r>
          </a:p>
          <a:p>
            <a:pPr lvl="2"/>
            <a:r>
              <a:rPr lang="en-US" sz="1400"/>
              <a:t>Can be college students or adults in the community who participate and meet with the students</a:t>
            </a:r>
          </a:p>
          <a:p>
            <a:pPr lvl="1"/>
            <a:r>
              <a:rPr lang="en-US" sz="1400"/>
              <a:t>Epoch has a therapeutic mentor </a:t>
            </a:r>
          </a:p>
          <a:p>
            <a:r>
              <a:rPr lang="en-US" sz="1400"/>
              <a:t>Full time school lesion</a:t>
            </a:r>
          </a:p>
          <a:p>
            <a:pPr lvl="1"/>
            <a:r>
              <a:rPr lang="en-US" sz="1400"/>
              <a:t>Lead teacher who goes into the schools and meets with the teachers</a:t>
            </a:r>
          </a:p>
          <a:p>
            <a:pPr lvl="1"/>
            <a:r>
              <a:rPr lang="en-US" sz="1400"/>
              <a:t>Epoch has access to academic records </a:t>
            </a:r>
          </a:p>
          <a:p>
            <a:pPr lvl="1"/>
            <a:r>
              <a:rPr lang="en-US" sz="1400"/>
              <a:t>Teachers attend to after school programs, events, and even family funerals </a:t>
            </a:r>
          </a:p>
          <a:p>
            <a:pPr marL="0" indent="0">
              <a:buNone/>
            </a:pPr>
            <a:endParaRPr lang="en-US" sz="1000"/>
          </a:p>
          <a:p>
            <a:pPr lvl="1"/>
            <a:endParaRPr lang="en-US" sz="1000"/>
          </a:p>
        </p:txBody>
      </p:sp>
      <p:pic>
        <p:nvPicPr>
          <p:cNvPr id="2050" name="Picture 2" descr="A group of children drawing on the ground&#10;&#10;Description automatically generated">
            <a:extLst>
              <a:ext uri="{FF2B5EF4-FFF2-40B4-BE49-F238E27FC236}">
                <a16:creationId xmlns:a16="http://schemas.microsoft.com/office/drawing/2014/main" id="{73608947-E282-1CA2-04D0-B0DA201A40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784" r="14062"/>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680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483B9-ADDF-C451-2C7C-830F43DB44AD}"/>
              </a:ext>
            </a:extLst>
          </p:cNvPr>
          <p:cNvSpPr>
            <a:spLocks noGrp="1"/>
          </p:cNvSpPr>
          <p:nvPr>
            <p:ph type="title"/>
          </p:nvPr>
        </p:nvSpPr>
        <p:spPr>
          <a:xfrm>
            <a:off x="761840" y="1138265"/>
            <a:ext cx="4544762" cy="1401183"/>
          </a:xfrm>
        </p:spPr>
        <p:txBody>
          <a:bodyPr anchor="t">
            <a:normAutofit/>
          </a:bodyPr>
          <a:lstStyle/>
          <a:p>
            <a:r>
              <a:rPr lang="en-US" sz="3200"/>
              <a:t>Epoch Today- Operations</a:t>
            </a:r>
          </a:p>
        </p:txBody>
      </p:sp>
      <p:cxnSp>
        <p:nvCxnSpPr>
          <p:cNvPr id="4140" name="Straight Connector 413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C7C2557-629A-C7C8-A4D0-F2315BEB27D3}"/>
              </a:ext>
            </a:extLst>
          </p:cNvPr>
          <p:cNvSpPr>
            <a:spLocks noGrp="1"/>
          </p:cNvSpPr>
          <p:nvPr>
            <p:ph idx="1"/>
          </p:nvPr>
        </p:nvSpPr>
        <p:spPr>
          <a:xfrm>
            <a:off x="455372" y="1931240"/>
            <a:ext cx="5157697" cy="3602935"/>
          </a:xfrm>
        </p:spPr>
        <p:txBody>
          <a:bodyPr>
            <a:noAutofit/>
          </a:bodyPr>
          <a:lstStyle/>
          <a:p>
            <a:r>
              <a:rPr lang="en-US" sz="1400"/>
              <a:t>Epoch is on Nanticoke Road in Salisbury, MD 21801</a:t>
            </a:r>
          </a:p>
          <a:p>
            <a:pPr lvl="1"/>
            <a:r>
              <a:rPr lang="en-US" sz="1400"/>
              <a:t>Cross pointe church of Nazarene- facility might not be as big as they want</a:t>
            </a:r>
          </a:p>
          <a:p>
            <a:pPr lvl="2"/>
            <a:r>
              <a:rPr lang="en-US" sz="1400"/>
              <a:t>Limited space </a:t>
            </a:r>
          </a:p>
          <a:p>
            <a:pPr lvl="2"/>
            <a:r>
              <a:rPr lang="en-US" sz="1400"/>
              <a:t>Want to develop new facility in Hebron where they used to be</a:t>
            </a:r>
          </a:p>
          <a:p>
            <a:pPr lvl="2"/>
            <a:r>
              <a:rPr lang="en-US" sz="1400"/>
              <a:t>To focus on Western Wicomico County</a:t>
            </a:r>
          </a:p>
          <a:p>
            <a:r>
              <a:rPr lang="en-US" sz="1400"/>
              <a:t>Everyday</a:t>
            </a:r>
          </a:p>
          <a:p>
            <a:pPr lvl="1"/>
            <a:r>
              <a:rPr lang="en-US" sz="1400"/>
              <a:t>Students get homework help and tutoring</a:t>
            </a:r>
          </a:p>
          <a:p>
            <a:pPr lvl="1"/>
            <a:r>
              <a:rPr lang="en-US" sz="1400"/>
              <a:t>Students are in a safe place to play and find a mentor</a:t>
            </a:r>
          </a:p>
          <a:p>
            <a:r>
              <a:rPr lang="en-US" sz="1400"/>
              <a:t>Work in operational manner to always better the students</a:t>
            </a:r>
          </a:p>
          <a:p>
            <a:pPr lvl="1"/>
            <a:r>
              <a:rPr lang="en-US" sz="1400"/>
              <a:t>Make students feel at home and welcome </a:t>
            </a:r>
          </a:p>
          <a:p>
            <a:pPr lvl="1"/>
            <a:r>
              <a:rPr lang="en-US" sz="1400"/>
              <a:t>Teach the students life aspects while letting them be a child as well</a:t>
            </a:r>
          </a:p>
          <a:p>
            <a:r>
              <a:rPr lang="en-US" sz="1400"/>
              <a:t>Continuing to strive for success with great mentors and facility members</a:t>
            </a:r>
          </a:p>
          <a:p>
            <a:r>
              <a:rPr lang="en-US" sz="1400"/>
              <a:t>Promote other things like the summer programs during the school year this way no customers are lost, and many keep retention and come back </a:t>
            </a:r>
          </a:p>
        </p:txBody>
      </p:sp>
      <p:pic>
        <p:nvPicPr>
          <p:cNvPr id="4098" name="Picture 2" descr="What Is Averaging in the Stock Market ...">
            <a:extLst>
              <a:ext uri="{FF2B5EF4-FFF2-40B4-BE49-F238E27FC236}">
                <a16:creationId xmlns:a16="http://schemas.microsoft.com/office/drawing/2014/main" id="{4A549F43-FAB5-55DD-7373-EDA26733EE9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82748" y="1931240"/>
            <a:ext cx="5334160" cy="2997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970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1CCE2A-98D6-03FD-1F1C-586B46FEA49D}"/>
              </a:ext>
            </a:extLst>
          </p:cNvPr>
          <p:cNvPicPr>
            <a:picLocks noChangeAspect="1"/>
          </p:cNvPicPr>
          <p:nvPr/>
        </p:nvPicPr>
        <p:blipFill rotWithShape="1">
          <a:blip r:embed="rId2">
            <a:duotone>
              <a:schemeClr val="bg2">
                <a:shade val="45000"/>
                <a:satMod val="135000"/>
              </a:schemeClr>
              <a:prstClr val="white"/>
            </a:duotone>
          </a:blip>
          <a:srcRect r="8444" b="-1"/>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A7D277-38F7-46F4-4552-BA0846E49CF3}"/>
              </a:ext>
            </a:extLst>
          </p:cNvPr>
          <p:cNvSpPr>
            <a:spLocks noGrp="1"/>
          </p:cNvSpPr>
          <p:nvPr>
            <p:ph type="title"/>
          </p:nvPr>
        </p:nvSpPr>
        <p:spPr>
          <a:xfrm>
            <a:off x="838200" y="365125"/>
            <a:ext cx="10515600" cy="1325563"/>
          </a:xfrm>
        </p:spPr>
        <p:txBody>
          <a:bodyPr>
            <a:normAutofit/>
          </a:bodyPr>
          <a:lstStyle/>
          <a:p>
            <a:r>
              <a:rPr lang="en-US"/>
              <a:t>Statistical Reasoning Showing Success</a:t>
            </a:r>
          </a:p>
        </p:txBody>
      </p:sp>
      <p:graphicFrame>
        <p:nvGraphicFramePr>
          <p:cNvPr id="7" name="Content Placeholder 2">
            <a:extLst>
              <a:ext uri="{FF2B5EF4-FFF2-40B4-BE49-F238E27FC236}">
                <a16:creationId xmlns:a16="http://schemas.microsoft.com/office/drawing/2014/main" id="{C8C55948-B3A7-9E11-CB4D-E8DAEC756DF1}"/>
              </a:ext>
            </a:extLst>
          </p:cNvPr>
          <p:cNvGraphicFramePr>
            <a:graphicFrameLocks noGrp="1"/>
          </p:cNvGraphicFramePr>
          <p:nvPr>
            <p:ph idx="1"/>
            <p:extLst>
              <p:ext uri="{D42A27DB-BD31-4B8C-83A1-F6EECF244321}">
                <p14:modId xmlns:p14="http://schemas.microsoft.com/office/powerpoint/2010/main" val="276354533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1042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A24F2-7E84-A5F3-682C-5178ABA674B8}"/>
              </a:ext>
            </a:extLst>
          </p:cNvPr>
          <p:cNvSpPr>
            <a:spLocks noGrp="1"/>
          </p:cNvSpPr>
          <p:nvPr>
            <p:ph type="title"/>
          </p:nvPr>
        </p:nvSpPr>
        <p:spPr>
          <a:xfrm>
            <a:off x="6255149" y="-1056729"/>
            <a:ext cx="6740465" cy="2124408"/>
          </a:xfrm>
        </p:spPr>
        <p:txBody>
          <a:bodyPr anchor="b">
            <a:normAutofit/>
          </a:bodyPr>
          <a:lstStyle/>
          <a:p>
            <a:r>
              <a:rPr lang="en-US" sz="4300"/>
              <a:t>Epoch's Future Marketing</a:t>
            </a:r>
          </a:p>
        </p:txBody>
      </p:sp>
      <p:sp>
        <p:nvSpPr>
          <p:cNvPr id="35" name="Oval 34">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 bulb on yellow background with sketched light beams and cord">
            <a:extLst>
              <a:ext uri="{FF2B5EF4-FFF2-40B4-BE49-F238E27FC236}">
                <a16:creationId xmlns:a16="http://schemas.microsoft.com/office/drawing/2014/main" id="{F58DB28C-93B6-AB3F-B681-8066A4222219}"/>
              </a:ext>
            </a:extLst>
          </p:cNvPr>
          <p:cNvPicPr>
            <a:picLocks noChangeAspect="1"/>
          </p:cNvPicPr>
          <p:nvPr/>
        </p:nvPicPr>
        <p:blipFill rotWithShape="1">
          <a:blip r:embed="rId2"/>
          <a:srcRect l="38500" r="-1" b="-1"/>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7"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39"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A304E96A-0CFB-0B51-27BB-528FAEB44DCB}"/>
              </a:ext>
            </a:extLst>
          </p:cNvPr>
          <p:cNvSpPr>
            <a:spLocks noGrp="1"/>
          </p:cNvSpPr>
          <p:nvPr>
            <p:ph idx="1"/>
          </p:nvPr>
        </p:nvSpPr>
        <p:spPr>
          <a:xfrm>
            <a:off x="6288810" y="1056253"/>
            <a:ext cx="5428678" cy="4423494"/>
          </a:xfrm>
        </p:spPr>
        <p:txBody>
          <a:bodyPr vert="horz" lIns="91440" tIns="45720" rIns="91440" bIns="45720" rtlCol="0" anchor="t">
            <a:noAutofit/>
          </a:bodyPr>
          <a:lstStyle/>
          <a:p>
            <a:r>
              <a:rPr lang="en-US" sz="1800">
                <a:solidFill>
                  <a:schemeClr val="tx1">
                    <a:alpha val="80000"/>
                  </a:schemeClr>
                </a:solidFill>
              </a:rPr>
              <a:t>Marketing strategy could grow within this change of developing a new facility for the reasons of</a:t>
            </a:r>
          </a:p>
          <a:p>
            <a:pPr lvl="1"/>
            <a:r>
              <a:rPr lang="en-US" sz="1800">
                <a:solidFill>
                  <a:schemeClr val="tx1">
                    <a:alpha val="80000"/>
                  </a:schemeClr>
                </a:solidFill>
              </a:rPr>
              <a:t>More community partners</a:t>
            </a:r>
          </a:p>
          <a:p>
            <a:pPr lvl="1"/>
            <a:r>
              <a:rPr lang="en-US" sz="1800">
                <a:solidFill>
                  <a:schemeClr val="tx1">
                    <a:alpha val="80000"/>
                  </a:schemeClr>
                </a:solidFill>
              </a:rPr>
              <a:t>Will advertise their new facility more, and will promote their organization more often to grab new involvers</a:t>
            </a:r>
          </a:p>
          <a:p>
            <a:pPr lvl="2"/>
            <a:r>
              <a:rPr lang="en-US" sz="1800">
                <a:solidFill>
                  <a:schemeClr val="tx1">
                    <a:alpha val="80000"/>
                  </a:schemeClr>
                </a:solidFill>
              </a:rPr>
              <a:t>Epoch will segment their advertising more </a:t>
            </a:r>
          </a:p>
          <a:p>
            <a:pPr lvl="2"/>
            <a:r>
              <a:rPr lang="en-US" sz="1800">
                <a:solidFill>
                  <a:schemeClr val="tx1">
                    <a:alpha val="80000"/>
                  </a:schemeClr>
                </a:solidFill>
              </a:rPr>
              <a:t>More efficient ways:</a:t>
            </a:r>
          </a:p>
          <a:p>
            <a:pPr lvl="4"/>
            <a:r>
              <a:rPr lang="en-US">
                <a:solidFill>
                  <a:schemeClr val="tx1">
                    <a:alpha val="80000"/>
                  </a:schemeClr>
                </a:solidFill>
              </a:rPr>
              <a:t>FB, LinkedIn, Email, Insta, Tik Tok etc.</a:t>
            </a:r>
          </a:p>
          <a:p>
            <a:pPr lvl="1"/>
            <a:r>
              <a:rPr lang="en-US" sz="1800">
                <a:solidFill>
                  <a:schemeClr val="tx1">
                    <a:alpha val="80000"/>
                  </a:schemeClr>
                </a:solidFill>
              </a:rPr>
              <a:t>Will have a wider variety of retuning members and students</a:t>
            </a:r>
          </a:p>
          <a:p>
            <a:pPr lvl="1"/>
            <a:r>
              <a:rPr lang="en-US" sz="1800">
                <a:solidFill>
                  <a:schemeClr val="tx1">
                    <a:alpha val="80000"/>
                  </a:schemeClr>
                </a:solidFill>
              </a:rPr>
              <a:t>Will have better results to advertise their nonprofit to grab people to want to get involved</a:t>
            </a:r>
          </a:p>
          <a:p>
            <a:pPr lvl="1"/>
            <a:r>
              <a:rPr lang="en-US" sz="1800">
                <a:solidFill>
                  <a:schemeClr val="tx1">
                    <a:alpha val="80000"/>
                  </a:schemeClr>
                </a:solidFill>
              </a:rPr>
              <a:t>Stay consistent with audience and always try and grab more family's attention to get them involved</a:t>
            </a:r>
          </a:p>
          <a:p>
            <a:r>
              <a:rPr lang="en-US" sz="1800">
                <a:solidFill>
                  <a:schemeClr val="tx1">
                    <a:alpha val="80000"/>
                  </a:schemeClr>
                </a:solidFill>
              </a:rPr>
              <a:t>Continuing these efficiencies will help the nonprofit in the future</a:t>
            </a:r>
          </a:p>
          <a:p>
            <a:pPr marL="457200" lvl="1" indent="0">
              <a:buNone/>
            </a:pPr>
            <a:endParaRPr lang="en-US" sz="1000">
              <a:solidFill>
                <a:schemeClr val="tx1">
                  <a:alpha val="80000"/>
                </a:schemeClr>
              </a:solidFill>
            </a:endParaRPr>
          </a:p>
          <a:p>
            <a:pPr lvl="1"/>
            <a:endParaRPr lang="en-US" sz="1000">
              <a:solidFill>
                <a:schemeClr val="tx1">
                  <a:alpha val="80000"/>
                </a:schemeClr>
              </a:solidFill>
            </a:endParaRPr>
          </a:p>
        </p:txBody>
      </p:sp>
      <p:sp>
        <p:nvSpPr>
          <p:cNvPr id="41"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43"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96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7" name="Rectangle 2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F547CC-9DD4-129A-A2AF-2A8A69249E96}"/>
              </a:ext>
            </a:extLst>
          </p:cNvPr>
          <p:cNvSpPr>
            <a:spLocks noGrp="1"/>
          </p:cNvSpPr>
          <p:nvPr>
            <p:ph type="title"/>
          </p:nvPr>
        </p:nvSpPr>
        <p:spPr>
          <a:xfrm>
            <a:off x="57313" y="-181767"/>
            <a:ext cx="6501583" cy="1624520"/>
          </a:xfrm>
        </p:spPr>
        <p:txBody>
          <a:bodyPr anchor="ctr">
            <a:normAutofit/>
          </a:bodyPr>
          <a:lstStyle/>
          <a:p>
            <a:r>
              <a:rPr lang="en-US" sz="4000"/>
              <a:t>Epoch's Future- Operations </a:t>
            </a:r>
          </a:p>
        </p:txBody>
      </p:sp>
      <p:sp>
        <p:nvSpPr>
          <p:cNvPr id="3" name="Content Placeholder 2">
            <a:extLst>
              <a:ext uri="{FF2B5EF4-FFF2-40B4-BE49-F238E27FC236}">
                <a16:creationId xmlns:a16="http://schemas.microsoft.com/office/drawing/2014/main" id="{8B920178-4A83-80B1-8BBD-22FE8E833727}"/>
              </a:ext>
            </a:extLst>
          </p:cNvPr>
          <p:cNvSpPr>
            <a:spLocks noGrp="1"/>
          </p:cNvSpPr>
          <p:nvPr>
            <p:ph idx="1"/>
          </p:nvPr>
        </p:nvSpPr>
        <p:spPr>
          <a:xfrm>
            <a:off x="51684" y="1147314"/>
            <a:ext cx="6049460" cy="5712242"/>
          </a:xfrm>
        </p:spPr>
        <p:txBody>
          <a:bodyPr anchor="ctr">
            <a:noAutofit/>
          </a:bodyPr>
          <a:lstStyle/>
          <a:p>
            <a:r>
              <a:rPr lang="en-US" sz="1600"/>
              <a:t>The facility could be bigger and possible new locations  around the area could be formed</a:t>
            </a:r>
          </a:p>
          <a:p>
            <a:pPr lvl="1"/>
            <a:r>
              <a:rPr lang="en-US" sz="1600"/>
              <a:t>Larger rooms open possibilities for new activities and more children </a:t>
            </a:r>
          </a:p>
          <a:p>
            <a:r>
              <a:rPr lang="en-US" sz="1600"/>
              <a:t>Could work to provide more homework time each day</a:t>
            </a:r>
          </a:p>
          <a:p>
            <a:pPr lvl="1"/>
            <a:r>
              <a:rPr lang="en-US" sz="1600"/>
              <a:t>An hour and a half, to teach them attention span</a:t>
            </a:r>
          </a:p>
          <a:p>
            <a:pPr lvl="2"/>
            <a:r>
              <a:rPr lang="en-US" sz="1600"/>
              <a:t>By doing this it can show the kids the importance of getting work done on time</a:t>
            </a:r>
          </a:p>
          <a:p>
            <a:pPr lvl="2"/>
            <a:r>
              <a:rPr lang="en-US" sz="1600"/>
              <a:t>Help with difficult topics and challenging assignments</a:t>
            </a:r>
          </a:p>
          <a:p>
            <a:pPr marL="0" indent="0">
              <a:buNone/>
            </a:pPr>
            <a:endParaRPr lang="en-US" sz="1600"/>
          </a:p>
          <a:p>
            <a:r>
              <a:rPr lang="en-US" sz="1600"/>
              <a:t>Since we want Epoch to grow, we have to keep in mind the faculty staff, Hiring  is a big part of it </a:t>
            </a:r>
          </a:p>
          <a:p>
            <a:pPr lvl="1"/>
            <a:r>
              <a:rPr lang="en-US" sz="1600"/>
              <a:t>Hiring new people could lead to more after school ideas to keep student interested and distracted. </a:t>
            </a:r>
          </a:p>
          <a:p>
            <a:pPr lvl="1"/>
            <a:r>
              <a:rPr lang="en-US" sz="1600"/>
              <a:t>Also having enough workers to keep Epoch open all night long for the kids who may have no were to stay</a:t>
            </a:r>
          </a:p>
          <a:p>
            <a:r>
              <a:rPr lang="en-US" sz="1600"/>
              <a:t>Continue summer programs to help those kids who need somewhere to go, and for families coming back during school seasons</a:t>
            </a:r>
          </a:p>
        </p:txBody>
      </p:sp>
      <p:pic>
        <p:nvPicPr>
          <p:cNvPr id="5" name="Picture 4" descr="Calendar on table">
            <a:extLst>
              <a:ext uri="{FF2B5EF4-FFF2-40B4-BE49-F238E27FC236}">
                <a16:creationId xmlns:a16="http://schemas.microsoft.com/office/drawing/2014/main" id="{A4DE11E7-B16B-BC56-BCCD-1B87505374BF}"/>
              </a:ext>
            </a:extLst>
          </p:cNvPr>
          <p:cNvPicPr>
            <a:picLocks noChangeAspect="1"/>
          </p:cNvPicPr>
          <p:nvPr/>
        </p:nvPicPr>
        <p:blipFill rotWithShape="1">
          <a:blip r:embed="rId2"/>
          <a:srcRect l="1603" r="38996" b="-2"/>
          <a:stretch/>
        </p:blipFill>
        <p:spPr>
          <a:xfrm>
            <a:off x="6096000" y="1"/>
            <a:ext cx="6102825" cy="6858000"/>
          </a:xfrm>
          <a:prstGeom prst="rect">
            <a:avLst/>
          </a:prstGeom>
        </p:spPr>
      </p:pic>
    </p:spTree>
    <p:extLst>
      <p:ext uri="{BB962C8B-B14F-4D97-AF65-F5344CB8AC3E}">
        <p14:creationId xmlns:p14="http://schemas.microsoft.com/office/powerpoint/2010/main" val="181088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2D920C-9018-E0A5-FD29-261230AF423A}"/>
              </a:ext>
            </a:extLst>
          </p:cNvPr>
          <p:cNvSpPr>
            <a:spLocks noGrp="1"/>
          </p:cNvSpPr>
          <p:nvPr>
            <p:ph type="title"/>
          </p:nvPr>
        </p:nvSpPr>
        <p:spPr>
          <a:xfrm>
            <a:off x="838200" y="557188"/>
            <a:ext cx="10515600" cy="1133499"/>
          </a:xfrm>
        </p:spPr>
        <p:txBody>
          <a:bodyPr>
            <a:normAutofit fontScale="90000"/>
          </a:bodyPr>
          <a:lstStyle/>
          <a:p>
            <a:pPr algn="ctr"/>
            <a:r>
              <a:rPr lang="en-US" sz="5200"/>
              <a:t>Impactful Moments Epoch Brings to Students </a:t>
            </a:r>
          </a:p>
        </p:txBody>
      </p:sp>
      <p:graphicFrame>
        <p:nvGraphicFramePr>
          <p:cNvPr id="5" name="Content Placeholder 2">
            <a:extLst>
              <a:ext uri="{FF2B5EF4-FFF2-40B4-BE49-F238E27FC236}">
                <a16:creationId xmlns:a16="http://schemas.microsoft.com/office/drawing/2014/main" id="{7961C45E-9DB1-A337-ED49-13C1FC853437}"/>
              </a:ext>
            </a:extLst>
          </p:cNvPr>
          <p:cNvGraphicFramePr>
            <a:graphicFrameLocks noGrp="1"/>
          </p:cNvGraphicFramePr>
          <p:nvPr>
            <p:ph idx="1"/>
            <p:extLst>
              <p:ext uri="{D42A27DB-BD31-4B8C-83A1-F6EECF244321}">
                <p14:modId xmlns:p14="http://schemas.microsoft.com/office/powerpoint/2010/main" val="2195152601"/>
              </p:ext>
            </p:extLst>
          </p:nvPr>
        </p:nvGraphicFramePr>
        <p:xfrm>
          <a:off x="838200" y="1210574"/>
          <a:ext cx="13074769" cy="5646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9307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1004</Words>
  <Application>Microsoft Macintosh PowerPoint</Application>
  <PresentationFormat>Widescreen</PresentationFormat>
  <Paragraphs>129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Epoch Dream Center</vt:lpstr>
      <vt:lpstr>Who We Are?</vt:lpstr>
      <vt:lpstr>What is Epoch?</vt:lpstr>
      <vt:lpstr>Where Do We Get Our Funds From?</vt:lpstr>
      <vt:lpstr>Who Are Our Stakeholders?</vt:lpstr>
      <vt:lpstr>Why Epoch Started</vt:lpstr>
      <vt:lpstr>Getting Involved at Epoch</vt:lpstr>
      <vt:lpstr>Epoch Today- Operations</vt:lpstr>
      <vt:lpstr>Statistical Reasoning Showing Success</vt:lpstr>
      <vt:lpstr>Epoch's Future Marketing</vt:lpstr>
      <vt:lpstr>Epoch's Future- Operations </vt:lpstr>
      <vt:lpstr>Impactful Moments Epoch Brings to Students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Epoch Dream Center</dc:title>
  <dc:creator>Julia See</dc:creator>
  <cp:lastModifiedBy>Julia See</cp:lastModifiedBy>
  <cp:revision>2</cp:revision>
  <dcterms:created xsi:type="dcterms:W3CDTF">2024-03-27T14:16:10Z</dcterms:created>
  <dcterms:modified xsi:type="dcterms:W3CDTF">2024-05-21T16:31:22Z</dcterms:modified>
</cp:coreProperties>
</file>