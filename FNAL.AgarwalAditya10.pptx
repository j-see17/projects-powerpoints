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rchivo Black" panose="020B0A03020202020B04" pitchFamily="34" charset="77"/>
      <p:regular r:id="rId13"/>
    </p:embeddedFont>
    <p:embeddedFont>
      <p:font typeface="Arimo Bold" panose="020B0704020202020204" pitchFamily="34" charset="0"/>
      <p:regular r:id="rId14"/>
      <p:bold r:id="rId15"/>
    </p:embeddedFont>
    <p:embeddedFont>
      <p:font typeface="Calibri (MS)" panose="020F0502020204030204" pitchFamily="34" charset="0"/>
      <p:regular r:id="rId16"/>
    </p:embeddedFont>
    <p:embeddedFont>
      <p:font typeface="Calibri (MS) Bold" panose="020F0702030404030204" pitchFamily="34" charset="0"/>
      <p:regular r:id="rId17"/>
      <p:bold r:id="rId18"/>
    </p:embeddedFont>
    <p:embeddedFont>
      <p:font typeface="Lancelot" panose="02000000000000000000" pitchFamily="2" charset="77"/>
      <p:regular r:id="rId19"/>
    </p:embeddedFont>
    <p:embeddedFont>
      <p:font typeface="Perandory" pitchFamily="2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 autoAdjust="0"/>
    <p:restoredTop sz="94622" autoAdjust="0"/>
  </p:normalViewPr>
  <p:slideViewPr>
    <p:cSldViewPr>
      <p:cViewPr varScale="1">
        <p:scale>
          <a:sx n="81" d="100"/>
          <a:sy n="81" d="100"/>
        </p:scale>
        <p:origin x="456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3.sv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sv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3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73154" flipH="1">
            <a:off x="4584840" y="-3409393"/>
            <a:ext cx="4175318" cy="6266893"/>
          </a:xfrm>
          <a:custGeom>
            <a:avLst/>
            <a:gdLst/>
            <a:ahLst/>
            <a:cxnLst/>
            <a:rect l="l" t="t" r="r" b="b"/>
            <a:pathLst>
              <a:path w="4175318" h="6266893">
                <a:moveTo>
                  <a:pt x="4175318" y="0"/>
                </a:moveTo>
                <a:lnTo>
                  <a:pt x="0" y="0"/>
                </a:lnTo>
                <a:lnTo>
                  <a:pt x="0" y="6266893"/>
                </a:lnTo>
                <a:lnTo>
                  <a:pt x="4175318" y="6266893"/>
                </a:lnTo>
                <a:lnTo>
                  <a:pt x="417531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9421521" y="-2705009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0" y="0"/>
                </a:moveTo>
                <a:lnTo>
                  <a:pt x="3968653" y="0"/>
                </a:lnTo>
                <a:lnTo>
                  <a:pt x="3968653" y="5956702"/>
                </a:lnTo>
                <a:lnTo>
                  <a:pt x="0" y="5956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638246" y="7203869"/>
            <a:ext cx="3659285" cy="2736794"/>
          </a:xfrm>
          <a:custGeom>
            <a:avLst/>
            <a:gdLst/>
            <a:ahLst/>
            <a:cxnLst/>
            <a:rect l="l" t="t" r="r" b="b"/>
            <a:pathLst>
              <a:path w="3659285" h="2736794">
                <a:moveTo>
                  <a:pt x="0" y="0"/>
                </a:moveTo>
                <a:lnTo>
                  <a:pt x="3659284" y="0"/>
                </a:lnTo>
                <a:lnTo>
                  <a:pt x="3659284" y="2736795"/>
                </a:lnTo>
                <a:lnTo>
                  <a:pt x="0" y="27367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10964001" y="2070364"/>
            <a:ext cx="3420198" cy="5133505"/>
          </a:xfrm>
          <a:custGeom>
            <a:avLst/>
            <a:gdLst/>
            <a:ahLst/>
            <a:cxnLst/>
            <a:rect l="l" t="t" r="r" b="b"/>
            <a:pathLst>
              <a:path w="3420198" h="5133505">
                <a:moveTo>
                  <a:pt x="3420198" y="0"/>
                </a:moveTo>
                <a:lnTo>
                  <a:pt x="0" y="0"/>
                </a:lnTo>
                <a:lnTo>
                  <a:pt x="0" y="5133505"/>
                </a:lnTo>
                <a:lnTo>
                  <a:pt x="3420198" y="5133505"/>
                </a:lnTo>
                <a:lnTo>
                  <a:pt x="342019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814513" y="9418320"/>
            <a:ext cx="7315200" cy="868680"/>
          </a:xfrm>
          <a:custGeom>
            <a:avLst/>
            <a:gdLst/>
            <a:ahLst/>
            <a:cxnLst/>
            <a:rect l="l" t="t" r="r" b="b"/>
            <a:pathLst>
              <a:path w="7315200" h="868680">
                <a:moveTo>
                  <a:pt x="0" y="0"/>
                </a:moveTo>
                <a:lnTo>
                  <a:pt x="7315200" y="0"/>
                </a:lnTo>
                <a:lnTo>
                  <a:pt x="7315200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481637" y="9418320"/>
            <a:ext cx="7315200" cy="868680"/>
          </a:xfrm>
          <a:custGeom>
            <a:avLst/>
            <a:gdLst/>
            <a:ahLst/>
            <a:cxnLst/>
            <a:rect l="l" t="t" r="r" b="b"/>
            <a:pathLst>
              <a:path w="7315200" h="868680">
                <a:moveTo>
                  <a:pt x="0" y="0"/>
                </a:moveTo>
                <a:lnTo>
                  <a:pt x="7315200" y="0"/>
                </a:lnTo>
                <a:lnTo>
                  <a:pt x="7315200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964001" y="4079528"/>
            <a:ext cx="10357545" cy="10357545"/>
          </a:xfrm>
          <a:custGeom>
            <a:avLst/>
            <a:gdLst/>
            <a:ahLst/>
            <a:cxnLst/>
            <a:rect l="l" t="t" r="r" b="b"/>
            <a:pathLst>
              <a:path w="10357545" h="10357545">
                <a:moveTo>
                  <a:pt x="0" y="0"/>
                </a:moveTo>
                <a:lnTo>
                  <a:pt x="10357545" y="0"/>
                </a:lnTo>
                <a:lnTo>
                  <a:pt x="10357545" y="10357544"/>
                </a:lnTo>
                <a:lnTo>
                  <a:pt x="0" y="1035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2787312" y="-4181709"/>
            <a:ext cx="7773425" cy="7773425"/>
          </a:xfrm>
          <a:custGeom>
            <a:avLst/>
            <a:gdLst/>
            <a:ahLst/>
            <a:cxnLst/>
            <a:rect l="l" t="t" r="r" b="b"/>
            <a:pathLst>
              <a:path w="7773425" h="7773425">
                <a:moveTo>
                  <a:pt x="0" y="0"/>
                </a:moveTo>
                <a:lnTo>
                  <a:pt x="7773426" y="0"/>
                </a:lnTo>
                <a:lnTo>
                  <a:pt x="7773426" y="7773425"/>
                </a:lnTo>
                <a:lnTo>
                  <a:pt x="0" y="7773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2380997" y="4637117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0" y="0"/>
                </a:moveTo>
                <a:lnTo>
                  <a:pt x="3968653" y="0"/>
                </a:lnTo>
                <a:lnTo>
                  <a:pt x="3968653" y="5956702"/>
                </a:lnTo>
                <a:lnTo>
                  <a:pt x="0" y="59567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flipH="1">
            <a:off x="-1692431" y="1687340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3968653" y="0"/>
                </a:moveTo>
                <a:lnTo>
                  <a:pt x="0" y="0"/>
                </a:lnTo>
                <a:lnTo>
                  <a:pt x="0" y="5956703"/>
                </a:lnTo>
                <a:lnTo>
                  <a:pt x="3968653" y="5956703"/>
                </a:lnTo>
                <a:lnTo>
                  <a:pt x="396865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276222" y="1425025"/>
            <a:ext cx="12071356" cy="4981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20"/>
              </a:lnSpc>
            </a:pPr>
            <a:r>
              <a:rPr lang="en-US" sz="22303" spc="446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Kasole secrets</a:t>
            </a:r>
          </a:p>
        </p:txBody>
      </p:sp>
      <p:sp>
        <p:nvSpPr>
          <p:cNvPr id="13" name="Freeform 13"/>
          <p:cNvSpPr/>
          <p:nvPr/>
        </p:nvSpPr>
        <p:spPr>
          <a:xfrm rot="7338559" flipH="1">
            <a:off x="-297106" y="-3171497"/>
            <a:ext cx="3693325" cy="5543452"/>
          </a:xfrm>
          <a:custGeom>
            <a:avLst/>
            <a:gdLst/>
            <a:ahLst/>
            <a:cxnLst/>
            <a:rect l="l" t="t" r="r" b="b"/>
            <a:pathLst>
              <a:path w="3693325" h="5543452">
                <a:moveTo>
                  <a:pt x="3693324" y="0"/>
                </a:moveTo>
                <a:lnTo>
                  <a:pt x="0" y="0"/>
                </a:lnTo>
                <a:lnTo>
                  <a:pt x="0" y="5543451"/>
                </a:lnTo>
                <a:lnTo>
                  <a:pt x="3693324" y="5543451"/>
                </a:lnTo>
                <a:lnTo>
                  <a:pt x="36933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2276222" y="6163825"/>
            <a:ext cx="9210231" cy="2408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13"/>
              </a:lnSpc>
            </a:pPr>
            <a:r>
              <a:rPr lang="en-US" sz="4522" spc="958">
                <a:solidFill>
                  <a:srgbClr val="4D7D38"/>
                </a:solidFill>
                <a:latin typeface="Perandory"/>
                <a:ea typeface="Perandory"/>
                <a:cs typeface="Perandory"/>
                <a:sym typeface="Perandory"/>
              </a:rPr>
              <a:t>INTERNATIONAL BUSINESS AGILITY LAB</a:t>
            </a:r>
          </a:p>
          <a:p>
            <a:pPr algn="l">
              <a:lnSpc>
                <a:spcPts val="4613"/>
              </a:lnSpc>
            </a:pPr>
            <a:endParaRPr lang="en-US" sz="4522" spc="958">
              <a:solidFill>
                <a:srgbClr val="4D7D38"/>
              </a:solidFill>
              <a:latin typeface="Perandory"/>
              <a:ea typeface="Perandory"/>
              <a:cs typeface="Perandory"/>
              <a:sym typeface="Perandory"/>
            </a:endParaRPr>
          </a:p>
          <a:p>
            <a:pPr algn="l">
              <a:lnSpc>
                <a:spcPts val="4613"/>
              </a:lnSpc>
            </a:pPr>
            <a:r>
              <a:rPr lang="en-US" sz="4522" spc="958">
                <a:solidFill>
                  <a:srgbClr val="4D7D38"/>
                </a:solidFill>
                <a:latin typeface="Perandory"/>
                <a:ea typeface="Perandory"/>
                <a:cs typeface="Perandory"/>
                <a:sym typeface="Perandory"/>
              </a:rPr>
              <a:t>CASE STUDY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437713" y="-3262266"/>
            <a:ext cx="3587910" cy="5385230"/>
          </a:xfrm>
          <a:custGeom>
            <a:avLst/>
            <a:gdLst/>
            <a:ahLst/>
            <a:cxnLst/>
            <a:rect l="l" t="t" r="r" b="b"/>
            <a:pathLst>
              <a:path w="3587910" h="5385230">
                <a:moveTo>
                  <a:pt x="3587910" y="0"/>
                </a:moveTo>
                <a:lnTo>
                  <a:pt x="0" y="0"/>
                </a:lnTo>
                <a:lnTo>
                  <a:pt x="0" y="5385231"/>
                </a:lnTo>
                <a:lnTo>
                  <a:pt x="3587910" y="5385231"/>
                </a:lnTo>
                <a:lnTo>
                  <a:pt x="358791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5274973" y="-2533623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0" y="0"/>
                </a:moveTo>
                <a:lnTo>
                  <a:pt x="3968654" y="0"/>
                </a:lnTo>
                <a:lnTo>
                  <a:pt x="3968654" y="5956703"/>
                </a:lnTo>
                <a:lnTo>
                  <a:pt x="0" y="5956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281130" y="5399291"/>
            <a:ext cx="3548785" cy="2654151"/>
          </a:xfrm>
          <a:custGeom>
            <a:avLst/>
            <a:gdLst/>
            <a:ahLst/>
            <a:cxnLst/>
            <a:rect l="l" t="t" r="r" b="b"/>
            <a:pathLst>
              <a:path w="3548785" h="2654151">
                <a:moveTo>
                  <a:pt x="3548785" y="0"/>
                </a:moveTo>
                <a:lnTo>
                  <a:pt x="0" y="0"/>
                </a:lnTo>
                <a:lnTo>
                  <a:pt x="0" y="2654151"/>
                </a:lnTo>
                <a:lnTo>
                  <a:pt x="3548785" y="2654151"/>
                </a:lnTo>
                <a:lnTo>
                  <a:pt x="35487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038623" y="2257669"/>
            <a:ext cx="3767394" cy="3512435"/>
          </a:xfrm>
          <a:custGeom>
            <a:avLst/>
            <a:gdLst/>
            <a:ahLst/>
            <a:cxnLst/>
            <a:rect l="l" t="t" r="r" b="b"/>
            <a:pathLst>
              <a:path w="3767394" h="3512435">
                <a:moveTo>
                  <a:pt x="0" y="0"/>
                </a:moveTo>
                <a:lnTo>
                  <a:pt x="3767394" y="0"/>
                </a:lnTo>
                <a:lnTo>
                  <a:pt x="3767394" y="3512435"/>
                </a:lnTo>
                <a:lnTo>
                  <a:pt x="0" y="35124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34" b="-6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814513" y="9418320"/>
            <a:ext cx="7315200" cy="868680"/>
          </a:xfrm>
          <a:custGeom>
            <a:avLst/>
            <a:gdLst/>
            <a:ahLst/>
            <a:cxnLst/>
            <a:rect l="l" t="t" r="r" b="b"/>
            <a:pathLst>
              <a:path w="7315200" h="868680">
                <a:moveTo>
                  <a:pt x="0" y="0"/>
                </a:moveTo>
                <a:lnTo>
                  <a:pt x="7315200" y="0"/>
                </a:lnTo>
                <a:lnTo>
                  <a:pt x="7315200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481637" y="9418320"/>
            <a:ext cx="7315200" cy="868680"/>
          </a:xfrm>
          <a:custGeom>
            <a:avLst/>
            <a:gdLst/>
            <a:ahLst/>
            <a:cxnLst/>
            <a:rect l="l" t="t" r="r" b="b"/>
            <a:pathLst>
              <a:path w="7315200" h="868680">
                <a:moveTo>
                  <a:pt x="0" y="0"/>
                </a:moveTo>
                <a:lnTo>
                  <a:pt x="7315200" y="0"/>
                </a:lnTo>
                <a:lnTo>
                  <a:pt x="7315200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flipH="1">
            <a:off x="-1616231" y="3042829"/>
            <a:ext cx="3287217" cy="4933910"/>
          </a:xfrm>
          <a:custGeom>
            <a:avLst/>
            <a:gdLst/>
            <a:ahLst/>
            <a:cxnLst/>
            <a:rect l="l" t="t" r="r" b="b"/>
            <a:pathLst>
              <a:path w="3287217" h="4933910">
                <a:moveTo>
                  <a:pt x="3287217" y="0"/>
                </a:moveTo>
                <a:lnTo>
                  <a:pt x="0" y="0"/>
                </a:lnTo>
                <a:lnTo>
                  <a:pt x="0" y="4933910"/>
                </a:lnTo>
                <a:lnTo>
                  <a:pt x="3287217" y="4933910"/>
                </a:lnTo>
                <a:lnTo>
                  <a:pt x="328721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814513" y="5601523"/>
            <a:ext cx="3376534" cy="5067969"/>
          </a:xfrm>
          <a:custGeom>
            <a:avLst/>
            <a:gdLst/>
            <a:ahLst/>
            <a:cxnLst/>
            <a:rect l="l" t="t" r="r" b="b"/>
            <a:pathLst>
              <a:path w="3376534" h="5067969">
                <a:moveTo>
                  <a:pt x="0" y="0"/>
                </a:moveTo>
                <a:lnTo>
                  <a:pt x="3376535" y="0"/>
                </a:lnTo>
                <a:lnTo>
                  <a:pt x="3376535" y="5067969"/>
                </a:lnTo>
                <a:lnTo>
                  <a:pt x="0" y="506796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093490" y="1719604"/>
            <a:ext cx="10091496" cy="153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50"/>
              </a:lnSpc>
            </a:pPr>
            <a:r>
              <a:rPr lang="en-US" sz="12468" spc="249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Our team</a:t>
            </a:r>
          </a:p>
        </p:txBody>
      </p:sp>
      <p:sp>
        <p:nvSpPr>
          <p:cNvPr id="11" name="Freeform 11"/>
          <p:cNvSpPr/>
          <p:nvPr/>
        </p:nvSpPr>
        <p:spPr>
          <a:xfrm rot="7338559" flipH="1">
            <a:off x="-665174" y="-3089550"/>
            <a:ext cx="3693325" cy="5543452"/>
          </a:xfrm>
          <a:custGeom>
            <a:avLst/>
            <a:gdLst/>
            <a:ahLst/>
            <a:cxnLst/>
            <a:rect l="l" t="t" r="r" b="b"/>
            <a:pathLst>
              <a:path w="3693325" h="5543452">
                <a:moveTo>
                  <a:pt x="3693324" y="0"/>
                </a:moveTo>
                <a:lnTo>
                  <a:pt x="0" y="0"/>
                </a:lnTo>
                <a:lnTo>
                  <a:pt x="0" y="5543451"/>
                </a:lnTo>
                <a:lnTo>
                  <a:pt x="3693324" y="5543451"/>
                </a:lnTo>
                <a:lnTo>
                  <a:pt x="369332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777787" y="9418320"/>
            <a:ext cx="7315200" cy="868680"/>
          </a:xfrm>
          <a:custGeom>
            <a:avLst/>
            <a:gdLst/>
            <a:ahLst/>
            <a:cxnLst/>
            <a:rect l="l" t="t" r="r" b="b"/>
            <a:pathLst>
              <a:path w="7315200" h="868680">
                <a:moveTo>
                  <a:pt x="0" y="0"/>
                </a:moveTo>
                <a:lnTo>
                  <a:pt x="7315200" y="0"/>
                </a:lnTo>
                <a:lnTo>
                  <a:pt x="7315200" y="86868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5816035" flipH="1">
            <a:off x="10474492" y="-3314327"/>
            <a:ext cx="3593966" cy="5394321"/>
          </a:xfrm>
          <a:custGeom>
            <a:avLst/>
            <a:gdLst/>
            <a:ahLst/>
            <a:cxnLst/>
            <a:rect l="l" t="t" r="r" b="b"/>
            <a:pathLst>
              <a:path w="3593966" h="5394321">
                <a:moveTo>
                  <a:pt x="3593966" y="0"/>
                </a:moveTo>
                <a:lnTo>
                  <a:pt x="0" y="0"/>
                </a:lnTo>
                <a:lnTo>
                  <a:pt x="0" y="5394321"/>
                </a:lnTo>
                <a:lnTo>
                  <a:pt x="3593966" y="5394321"/>
                </a:lnTo>
                <a:lnTo>
                  <a:pt x="359396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-1814513" y="7748291"/>
            <a:ext cx="4384746" cy="4384746"/>
          </a:xfrm>
          <a:custGeom>
            <a:avLst/>
            <a:gdLst/>
            <a:ahLst/>
            <a:cxnLst/>
            <a:rect l="l" t="t" r="r" b="b"/>
            <a:pathLst>
              <a:path w="4384746" h="4384746">
                <a:moveTo>
                  <a:pt x="0" y="0"/>
                </a:moveTo>
                <a:lnTo>
                  <a:pt x="4384746" y="0"/>
                </a:lnTo>
                <a:lnTo>
                  <a:pt x="4384746" y="4384746"/>
                </a:lnTo>
                <a:lnTo>
                  <a:pt x="0" y="438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5797212" y="7748291"/>
            <a:ext cx="4384746" cy="4384746"/>
          </a:xfrm>
          <a:custGeom>
            <a:avLst/>
            <a:gdLst/>
            <a:ahLst/>
            <a:cxnLst/>
            <a:rect l="l" t="t" r="r" b="b"/>
            <a:pathLst>
              <a:path w="4384746" h="4384746">
                <a:moveTo>
                  <a:pt x="0" y="0"/>
                </a:moveTo>
                <a:lnTo>
                  <a:pt x="4384746" y="0"/>
                </a:lnTo>
                <a:lnTo>
                  <a:pt x="4384746" y="4384746"/>
                </a:lnTo>
                <a:lnTo>
                  <a:pt x="0" y="438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4760731" y="3979272"/>
            <a:ext cx="3040799" cy="3040799"/>
            <a:chOff x="0" y="0"/>
            <a:chExt cx="13884457" cy="13884457"/>
          </a:xfrm>
        </p:grpSpPr>
        <p:sp>
          <p:nvSpPr>
            <p:cNvPr id="17" name="Freeform 17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4A7C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5"/>
              <a:stretch>
                <a:fillRect l="223" r="22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8290582" y="3979272"/>
            <a:ext cx="3040799" cy="3040799"/>
            <a:chOff x="0" y="0"/>
            <a:chExt cx="13884457" cy="13884457"/>
          </a:xfrm>
        </p:grpSpPr>
        <p:sp>
          <p:nvSpPr>
            <p:cNvPr id="20" name="Freeform 20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4A7C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6"/>
              <a:stretch>
                <a:fillRect l="-24665" r="-246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181488" y="4013886"/>
            <a:ext cx="3040799" cy="3040799"/>
            <a:chOff x="0" y="0"/>
            <a:chExt cx="13884457" cy="13884457"/>
          </a:xfrm>
        </p:grpSpPr>
        <p:sp>
          <p:nvSpPr>
            <p:cNvPr id="23" name="Freeform 23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4A7C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7"/>
              <a:stretch>
                <a:fillRect l="223" t="-38887" r="223" b="-388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4895772" y="4013886"/>
            <a:ext cx="3040799" cy="3040799"/>
            <a:chOff x="0" y="0"/>
            <a:chExt cx="13884457" cy="13884457"/>
          </a:xfrm>
        </p:grpSpPr>
        <p:sp>
          <p:nvSpPr>
            <p:cNvPr id="26" name="Freeform 26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4A7C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8"/>
              <a:stretch>
                <a:fillRect l="-24712" r="-2471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4641385" y="7064210"/>
            <a:ext cx="3279490" cy="52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551" spc="287">
                <a:solidFill>
                  <a:srgbClr val="4A7C34"/>
                </a:solidFill>
                <a:latin typeface="Lancelot"/>
                <a:ea typeface="Lancelot"/>
                <a:cs typeface="Lancelot"/>
                <a:sym typeface="Lancelot"/>
              </a:rPr>
              <a:t>Jaylynne Yang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598020" y="8843666"/>
            <a:ext cx="1171405" cy="48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1"/>
              </a:lnSpc>
            </a:pPr>
            <a:r>
              <a:rPr lang="en-US" sz="3344" spc="708">
                <a:solidFill>
                  <a:srgbClr val="C39ACB"/>
                </a:solidFill>
                <a:latin typeface="Perandory"/>
                <a:ea typeface="Perandory"/>
                <a:cs typeface="Perandory"/>
                <a:sym typeface="Perandory"/>
              </a:rPr>
              <a:t>01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71364" y="7164267"/>
            <a:ext cx="3279490" cy="52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551" spc="287">
                <a:solidFill>
                  <a:srgbClr val="4A7C34"/>
                </a:solidFill>
                <a:latin typeface="Lancelot"/>
                <a:ea typeface="Lancelot"/>
                <a:cs typeface="Lancelot"/>
                <a:sym typeface="Lancelot"/>
              </a:rPr>
              <a:t>Julia See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31613" y="7278155"/>
            <a:ext cx="3279490" cy="52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551" spc="287">
                <a:solidFill>
                  <a:srgbClr val="4A7C34"/>
                </a:solidFill>
                <a:latin typeface="Lancelot"/>
                <a:ea typeface="Lancelot"/>
                <a:cs typeface="Lancelot"/>
                <a:sym typeface="Lancelot"/>
              </a:rPr>
              <a:t>Rufo Abraham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13409" y="7164267"/>
            <a:ext cx="3279490" cy="52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3"/>
              </a:lnSpc>
            </a:pPr>
            <a:r>
              <a:rPr lang="en-US" sz="3551" spc="287">
                <a:solidFill>
                  <a:srgbClr val="4A7C34"/>
                </a:solidFill>
                <a:latin typeface="Lancelot"/>
                <a:ea typeface="Lancelot"/>
                <a:cs typeface="Lancelot"/>
                <a:sym typeface="Lancelot"/>
              </a:rPr>
              <a:t>Aditya Agarwal</a:t>
            </a:r>
          </a:p>
        </p:txBody>
      </p: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1525657" y="3979272"/>
            <a:ext cx="3040799" cy="3040799"/>
            <a:chOff x="0" y="0"/>
            <a:chExt cx="13884457" cy="13884457"/>
          </a:xfrm>
        </p:grpSpPr>
        <p:sp>
          <p:nvSpPr>
            <p:cNvPr id="34" name="Freeform 34"/>
            <p:cNvSpPr/>
            <p:nvPr/>
          </p:nvSpPr>
          <p:spPr>
            <a:xfrm>
              <a:off x="-31116" y="-70"/>
              <a:ext cx="13946687" cy="13884594"/>
            </a:xfrm>
            <a:custGeom>
              <a:avLst/>
              <a:gdLst/>
              <a:ahLst/>
              <a:cxnLst/>
              <a:rect l="l" t="t" r="r" b="b"/>
              <a:pathLst>
                <a:path w="13946687" h="13884594">
                  <a:moveTo>
                    <a:pt x="6973343" y="70"/>
                  </a:moveTo>
                  <a:cubicBezTo>
                    <a:pt x="4485729" y="-11055"/>
                    <a:pt x="2182303" y="1309688"/>
                    <a:pt x="935272" y="3462190"/>
                  </a:cubicBezTo>
                  <a:cubicBezTo>
                    <a:pt x="-311758" y="5614693"/>
                    <a:pt x="-311758" y="8269902"/>
                    <a:pt x="935272" y="10422404"/>
                  </a:cubicBezTo>
                  <a:cubicBezTo>
                    <a:pt x="2182303" y="12574907"/>
                    <a:pt x="4485729" y="13895650"/>
                    <a:pt x="6973343" y="13884525"/>
                  </a:cubicBezTo>
                  <a:cubicBezTo>
                    <a:pt x="9460958" y="13895650"/>
                    <a:pt x="11764384" y="12574907"/>
                    <a:pt x="13011414" y="10422404"/>
                  </a:cubicBezTo>
                  <a:cubicBezTo>
                    <a:pt x="14258444" y="8269902"/>
                    <a:pt x="14258444" y="5614693"/>
                    <a:pt x="13011414" y="3462190"/>
                  </a:cubicBezTo>
                  <a:cubicBezTo>
                    <a:pt x="11764384" y="1309688"/>
                    <a:pt x="9460958" y="-11055"/>
                    <a:pt x="6973343" y="70"/>
                  </a:cubicBezTo>
                  <a:close/>
                </a:path>
              </a:pathLst>
            </a:custGeom>
            <a:solidFill>
              <a:srgbClr val="4A7C3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53489" y="84159"/>
              <a:ext cx="13777477" cy="13716138"/>
            </a:xfrm>
            <a:custGeom>
              <a:avLst/>
              <a:gdLst/>
              <a:ahLst/>
              <a:cxnLst/>
              <a:rect l="l" t="t" r="r" b="b"/>
              <a:pathLst>
                <a:path w="13777477" h="13716138">
                  <a:moveTo>
                    <a:pt x="6888738" y="69"/>
                  </a:moveTo>
                  <a:cubicBezTo>
                    <a:pt x="4431305" y="-10921"/>
                    <a:pt x="2155826" y="1293797"/>
                    <a:pt x="923925" y="3420184"/>
                  </a:cubicBezTo>
                  <a:cubicBezTo>
                    <a:pt x="-307975" y="5546572"/>
                    <a:pt x="-307975" y="8169565"/>
                    <a:pt x="923925" y="10295952"/>
                  </a:cubicBezTo>
                  <a:cubicBezTo>
                    <a:pt x="2155826" y="12422340"/>
                    <a:pt x="4431305" y="13727058"/>
                    <a:pt x="6888738" y="13716068"/>
                  </a:cubicBezTo>
                  <a:cubicBezTo>
                    <a:pt x="9346172" y="13727058"/>
                    <a:pt x="11621651" y="12422340"/>
                    <a:pt x="12853552" y="10295952"/>
                  </a:cubicBezTo>
                  <a:cubicBezTo>
                    <a:pt x="14085453" y="8169565"/>
                    <a:pt x="14085453" y="5546572"/>
                    <a:pt x="12853552" y="3420184"/>
                  </a:cubicBezTo>
                  <a:cubicBezTo>
                    <a:pt x="11621651" y="1293797"/>
                    <a:pt x="9346172" y="-10921"/>
                    <a:pt x="6888738" y="69"/>
                  </a:cubicBezTo>
                  <a:close/>
                </a:path>
              </a:pathLst>
            </a:custGeom>
            <a:blipFill>
              <a:blip r:embed="rId9"/>
              <a:stretch>
                <a:fillRect l="223" t="-58211" r="223" b="-58211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650854" y="7164267"/>
            <a:ext cx="2677478" cy="526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3"/>
              </a:lnSpc>
              <a:spcBef>
                <a:spcPct val="0"/>
              </a:spcBef>
            </a:pPr>
            <a:r>
              <a:rPr lang="en-US" sz="3551" spc="287">
                <a:solidFill>
                  <a:srgbClr val="4A7C34"/>
                </a:solidFill>
                <a:latin typeface="Lancelot"/>
                <a:ea typeface="Lancelot"/>
                <a:cs typeface="Lancelot"/>
                <a:sym typeface="Lancelot"/>
              </a:rPr>
              <a:t>Danilo Stanic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408224" y="-3232777"/>
            <a:ext cx="3470175" cy="5208518"/>
          </a:xfrm>
          <a:custGeom>
            <a:avLst/>
            <a:gdLst/>
            <a:ahLst/>
            <a:cxnLst/>
            <a:rect l="l" t="t" r="r" b="b"/>
            <a:pathLst>
              <a:path w="3470175" h="5208518">
                <a:moveTo>
                  <a:pt x="3470175" y="0"/>
                </a:moveTo>
                <a:lnTo>
                  <a:pt x="0" y="0"/>
                </a:lnTo>
                <a:lnTo>
                  <a:pt x="0" y="5208518"/>
                </a:lnTo>
                <a:lnTo>
                  <a:pt x="3470175" y="5208518"/>
                </a:lnTo>
                <a:lnTo>
                  <a:pt x="34701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5631783" y="-2462154"/>
            <a:ext cx="3683313" cy="5528424"/>
          </a:xfrm>
          <a:custGeom>
            <a:avLst/>
            <a:gdLst/>
            <a:ahLst/>
            <a:cxnLst/>
            <a:rect l="l" t="t" r="r" b="b"/>
            <a:pathLst>
              <a:path w="3683313" h="5528424">
                <a:moveTo>
                  <a:pt x="0" y="0"/>
                </a:moveTo>
                <a:lnTo>
                  <a:pt x="3683312" y="0"/>
                </a:lnTo>
                <a:lnTo>
                  <a:pt x="3683312" y="5528425"/>
                </a:lnTo>
                <a:lnTo>
                  <a:pt x="0" y="55284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281130" y="5399291"/>
            <a:ext cx="3548785" cy="2654151"/>
          </a:xfrm>
          <a:custGeom>
            <a:avLst/>
            <a:gdLst/>
            <a:ahLst/>
            <a:cxnLst/>
            <a:rect l="l" t="t" r="r" b="b"/>
            <a:pathLst>
              <a:path w="3548785" h="2654151">
                <a:moveTo>
                  <a:pt x="3548785" y="0"/>
                </a:moveTo>
                <a:lnTo>
                  <a:pt x="0" y="0"/>
                </a:lnTo>
                <a:lnTo>
                  <a:pt x="0" y="2654151"/>
                </a:lnTo>
                <a:lnTo>
                  <a:pt x="3548785" y="2654151"/>
                </a:lnTo>
                <a:lnTo>
                  <a:pt x="354878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84791" y="2953340"/>
            <a:ext cx="3021226" cy="2816764"/>
          </a:xfrm>
          <a:custGeom>
            <a:avLst/>
            <a:gdLst/>
            <a:ahLst/>
            <a:cxnLst/>
            <a:rect l="l" t="t" r="r" b="b"/>
            <a:pathLst>
              <a:path w="3021226" h="2816764">
                <a:moveTo>
                  <a:pt x="0" y="0"/>
                </a:moveTo>
                <a:lnTo>
                  <a:pt x="3021226" y="0"/>
                </a:lnTo>
                <a:lnTo>
                  <a:pt x="3021226" y="2816764"/>
                </a:lnTo>
                <a:lnTo>
                  <a:pt x="0" y="28167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34" b="-6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1616231" y="2010511"/>
            <a:ext cx="3252574" cy="4881913"/>
          </a:xfrm>
          <a:custGeom>
            <a:avLst/>
            <a:gdLst/>
            <a:ahLst/>
            <a:cxnLst/>
            <a:rect l="l" t="t" r="r" b="b"/>
            <a:pathLst>
              <a:path w="3252574" h="4881913">
                <a:moveTo>
                  <a:pt x="3252575" y="0"/>
                </a:moveTo>
                <a:lnTo>
                  <a:pt x="0" y="0"/>
                </a:lnTo>
                <a:lnTo>
                  <a:pt x="0" y="4881913"/>
                </a:lnTo>
                <a:lnTo>
                  <a:pt x="3252575" y="4881913"/>
                </a:lnTo>
                <a:lnTo>
                  <a:pt x="32525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814513" y="5770104"/>
            <a:ext cx="3264217" cy="4899388"/>
          </a:xfrm>
          <a:custGeom>
            <a:avLst/>
            <a:gdLst/>
            <a:ahLst/>
            <a:cxnLst/>
            <a:rect l="l" t="t" r="r" b="b"/>
            <a:pathLst>
              <a:path w="3264217" h="4899388">
                <a:moveTo>
                  <a:pt x="0" y="0"/>
                </a:moveTo>
                <a:lnTo>
                  <a:pt x="3264218" y="0"/>
                </a:lnTo>
                <a:lnTo>
                  <a:pt x="3264218" y="4899388"/>
                </a:lnTo>
                <a:lnTo>
                  <a:pt x="0" y="4899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796060" y="1619198"/>
            <a:ext cx="10816859" cy="1030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26"/>
              </a:lnSpc>
            </a:pPr>
            <a:r>
              <a:rPr lang="en-US" sz="8262" spc="165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Executive Summary</a:t>
            </a:r>
          </a:p>
        </p:txBody>
      </p:sp>
      <p:sp>
        <p:nvSpPr>
          <p:cNvPr id="9" name="Freeform 9"/>
          <p:cNvSpPr/>
          <p:nvPr/>
        </p:nvSpPr>
        <p:spPr>
          <a:xfrm rot="7338559" flipH="1">
            <a:off x="-608324" y="-3120863"/>
            <a:ext cx="3265774" cy="4901725"/>
          </a:xfrm>
          <a:custGeom>
            <a:avLst/>
            <a:gdLst/>
            <a:ahLst/>
            <a:cxnLst/>
            <a:rect l="l" t="t" r="r" b="b"/>
            <a:pathLst>
              <a:path w="3265774" h="4901725">
                <a:moveTo>
                  <a:pt x="3265774" y="0"/>
                </a:moveTo>
                <a:lnTo>
                  <a:pt x="0" y="0"/>
                </a:lnTo>
                <a:lnTo>
                  <a:pt x="0" y="4901725"/>
                </a:lnTo>
                <a:lnTo>
                  <a:pt x="3265774" y="4901725"/>
                </a:lnTo>
                <a:lnTo>
                  <a:pt x="326577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5816035" flipH="1">
            <a:off x="10355105" y="-3705847"/>
            <a:ext cx="3768281" cy="5655956"/>
          </a:xfrm>
          <a:custGeom>
            <a:avLst/>
            <a:gdLst/>
            <a:ahLst/>
            <a:cxnLst/>
            <a:rect l="l" t="t" r="r" b="b"/>
            <a:pathLst>
              <a:path w="3768281" h="5655956">
                <a:moveTo>
                  <a:pt x="3768281" y="0"/>
                </a:moveTo>
                <a:lnTo>
                  <a:pt x="0" y="0"/>
                </a:lnTo>
                <a:lnTo>
                  <a:pt x="0" y="5655956"/>
                </a:lnTo>
                <a:lnTo>
                  <a:pt x="3768281" y="5655956"/>
                </a:lnTo>
                <a:lnTo>
                  <a:pt x="376828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814513" y="8443605"/>
            <a:ext cx="3689431" cy="3689431"/>
          </a:xfrm>
          <a:custGeom>
            <a:avLst/>
            <a:gdLst/>
            <a:ahLst/>
            <a:cxnLst/>
            <a:rect l="l" t="t" r="r" b="b"/>
            <a:pathLst>
              <a:path w="3689431" h="3689431">
                <a:moveTo>
                  <a:pt x="0" y="0"/>
                </a:moveTo>
                <a:lnTo>
                  <a:pt x="3689432" y="0"/>
                </a:lnTo>
                <a:lnTo>
                  <a:pt x="3689432" y="3689432"/>
                </a:lnTo>
                <a:lnTo>
                  <a:pt x="0" y="3689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5797212" y="7748291"/>
            <a:ext cx="4384746" cy="4384746"/>
          </a:xfrm>
          <a:custGeom>
            <a:avLst/>
            <a:gdLst/>
            <a:ahLst/>
            <a:cxnLst/>
            <a:rect l="l" t="t" r="r" b="b"/>
            <a:pathLst>
              <a:path w="4384746" h="4384746">
                <a:moveTo>
                  <a:pt x="0" y="0"/>
                </a:moveTo>
                <a:lnTo>
                  <a:pt x="4384746" y="0"/>
                </a:lnTo>
                <a:lnTo>
                  <a:pt x="4384746" y="4384746"/>
                </a:lnTo>
                <a:lnTo>
                  <a:pt x="0" y="438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135" y="2018526"/>
            <a:ext cx="9778705" cy="761443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525000" y="3487946"/>
            <a:ext cx="2464892" cy="10213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5"/>
              </a:lnSpc>
            </a:pPr>
            <a:r>
              <a:rPr lang="en-US" sz="5989" dirty="0">
                <a:solidFill>
                  <a:srgbClr val="6D2E46"/>
                </a:solidFill>
                <a:latin typeface="Archivo Black"/>
                <a:ea typeface="Archivo Black"/>
                <a:cs typeface="Archivo Black"/>
                <a:sym typeface="Archivo Black"/>
              </a:rPr>
              <a:t>~50%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6956" y="5075207"/>
            <a:ext cx="1901944" cy="103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5"/>
              </a:lnSpc>
            </a:pPr>
            <a:r>
              <a:rPr lang="en-US" sz="5989" dirty="0">
                <a:solidFill>
                  <a:srgbClr val="6D2E46"/>
                </a:solidFill>
                <a:latin typeface="Archivo Black"/>
                <a:ea typeface="Archivo Black"/>
                <a:cs typeface="Archivo Black"/>
                <a:sym typeface="Archivo Black"/>
              </a:rPr>
              <a:t>91%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77401" y="6662469"/>
            <a:ext cx="2188134" cy="10358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85"/>
              </a:lnSpc>
            </a:pPr>
            <a:r>
              <a:rPr lang="en-US" sz="5989" dirty="0">
                <a:solidFill>
                  <a:srgbClr val="6D2E46"/>
                </a:solidFill>
                <a:latin typeface="Archivo Black"/>
                <a:ea typeface="Archivo Black"/>
                <a:cs typeface="Archivo Black"/>
                <a:sym typeface="Archivo Black"/>
              </a:rPr>
              <a:t>0.3%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113725" y="3621296"/>
            <a:ext cx="4794892" cy="96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851" spc="230" dirty="0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Gross Margin Held</a:t>
            </a:r>
          </a:p>
          <a:p>
            <a:pPr algn="l">
              <a:lnSpc>
                <a:spcPts val="2205"/>
              </a:lnSpc>
              <a:spcBef>
                <a:spcPct val="0"/>
              </a:spcBef>
            </a:pPr>
            <a:r>
              <a:rPr lang="en-US" sz="1951" spc="158" dirty="0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Every year 2019–2024. The unit economics never broke.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13725" y="5146751"/>
            <a:ext cx="4794892" cy="96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851" spc="230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Volume Lost</a:t>
            </a:r>
          </a:p>
          <a:p>
            <a:pPr algn="l">
              <a:lnSpc>
                <a:spcPts val="2205"/>
              </a:lnSpc>
              <a:spcBef>
                <a:spcPct val="0"/>
              </a:spcBef>
            </a:pPr>
            <a:r>
              <a:rPr lang="en-US" sz="1951" spc="158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109K packets → 10K. Distribution collapsed, not the product.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13725" y="6764916"/>
            <a:ext cx="4794892" cy="964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2"/>
              </a:lnSpc>
            </a:pPr>
            <a:r>
              <a:rPr lang="en-US" sz="2851" spc="230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Tanzania Market Share</a:t>
            </a:r>
          </a:p>
          <a:p>
            <a:pPr algn="l">
              <a:lnSpc>
                <a:spcPts val="2205"/>
              </a:lnSpc>
              <a:spcBef>
                <a:spcPct val="0"/>
              </a:spcBef>
            </a:pPr>
            <a:r>
              <a:rPr lang="en-US" sz="1951" spc="158">
                <a:solidFill>
                  <a:srgbClr val="000000"/>
                </a:solidFill>
                <a:latin typeface="Lancelot"/>
                <a:ea typeface="Lancelot"/>
                <a:cs typeface="Lancelot"/>
                <a:sym typeface="Lancelot"/>
              </a:rPr>
              <a:t>1$13.16M import market. Massive room to grow.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3165" y="2517232"/>
            <a:ext cx="9871651" cy="6564648"/>
          </a:xfrm>
          <a:custGeom>
            <a:avLst/>
            <a:gdLst/>
            <a:ahLst/>
            <a:cxnLst/>
            <a:rect l="l" t="t" r="r" b="b"/>
            <a:pathLst>
              <a:path w="9871651" h="6564648">
                <a:moveTo>
                  <a:pt x="0" y="0"/>
                </a:moveTo>
                <a:lnTo>
                  <a:pt x="9871651" y="0"/>
                </a:lnTo>
                <a:lnTo>
                  <a:pt x="9871651" y="6564648"/>
                </a:lnTo>
                <a:lnTo>
                  <a:pt x="0" y="65646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1833776" y="2258232"/>
            <a:ext cx="4811876" cy="7082649"/>
          </a:xfrm>
          <a:custGeom>
            <a:avLst/>
            <a:gdLst/>
            <a:ahLst/>
            <a:cxnLst/>
            <a:rect l="l" t="t" r="r" b="b"/>
            <a:pathLst>
              <a:path w="4811876" h="7082649">
                <a:moveTo>
                  <a:pt x="0" y="0"/>
                </a:moveTo>
                <a:lnTo>
                  <a:pt x="4811876" y="0"/>
                </a:lnTo>
                <a:lnTo>
                  <a:pt x="4811876" y="7082649"/>
                </a:lnTo>
                <a:lnTo>
                  <a:pt x="0" y="70826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33169" y="1757773"/>
            <a:ext cx="11344816" cy="482049"/>
          </a:xfrm>
          <a:custGeom>
            <a:avLst/>
            <a:gdLst/>
            <a:ahLst/>
            <a:cxnLst/>
            <a:rect l="l" t="t" r="r" b="b"/>
            <a:pathLst>
              <a:path w="11344816" h="482049">
                <a:moveTo>
                  <a:pt x="0" y="0"/>
                </a:moveTo>
                <a:lnTo>
                  <a:pt x="11344816" y="0"/>
                </a:lnTo>
                <a:lnTo>
                  <a:pt x="11344816" y="482049"/>
                </a:lnTo>
                <a:lnTo>
                  <a:pt x="0" y="4820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07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473165" y="659538"/>
            <a:ext cx="17306900" cy="13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26"/>
              </a:lnSpc>
            </a:pPr>
            <a:r>
              <a:rPr lang="en-US" sz="6362" spc="127" dirty="0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The Strategy: A Self-Funding Growth </a:t>
            </a:r>
          </a:p>
          <a:p>
            <a:pPr algn="l">
              <a:lnSpc>
                <a:spcPts val="5026"/>
              </a:lnSpc>
            </a:pPr>
            <a:r>
              <a:rPr lang="en-US" sz="6362" spc="127" dirty="0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Flywheel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563973" y="-3213273"/>
            <a:ext cx="3392305" cy="5091640"/>
          </a:xfrm>
          <a:custGeom>
            <a:avLst/>
            <a:gdLst/>
            <a:ahLst/>
            <a:cxnLst/>
            <a:rect l="l" t="t" r="r" b="b"/>
            <a:pathLst>
              <a:path w="3392305" h="5091640">
                <a:moveTo>
                  <a:pt x="3392305" y="0"/>
                </a:moveTo>
                <a:lnTo>
                  <a:pt x="0" y="0"/>
                </a:lnTo>
                <a:lnTo>
                  <a:pt x="0" y="5091640"/>
                </a:lnTo>
                <a:lnTo>
                  <a:pt x="3392305" y="5091640"/>
                </a:lnTo>
                <a:lnTo>
                  <a:pt x="33923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6393097" y="-2309662"/>
            <a:ext cx="3074490" cy="4614619"/>
          </a:xfrm>
          <a:custGeom>
            <a:avLst/>
            <a:gdLst/>
            <a:ahLst/>
            <a:cxnLst/>
            <a:rect l="l" t="t" r="r" b="b"/>
            <a:pathLst>
              <a:path w="3074490" h="4614619">
                <a:moveTo>
                  <a:pt x="0" y="0"/>
                </a:moveTo>
                <a:lnTo>
                  <a:pt x="3074490" y="0"/>
                </a:lnTo>
                <a:lnTo>
                  <a:pt x="3074490" y="4614619"/>
                </a:lnTo>
                <a:lnTo>
                  <a:pt x="0" y="4614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6898194" y="5860795"/>
            <a:ext cx="2931722" cy="2192647"/>
          </a:xfrm>
          <a:custGeom>
            <a:avLst/>
            <a:gdLst/>
            <a:ahLst/>
            <a:cxnLst/>
            <a:rect l="l" t="t" r="r" b="b"/>
            <a:pathLst>
              <a:path w="2931722" h="2192647">
                <a:moveTo>
                  <a:pt x="2931721" y="0"/>
                </a:moveTo>
                <a:lnTo>
                  <a:pt x="0" y="0"/>
                </a:lnTo>
                <a:lnTo>
                  <a:pt x="0" y="2192647"/>
                </a:lnTo>
                <a:lnTo>
                  <a:pt x="2931721" y="2192647"/>
                </a:lnTo>
                <a:lnTo>
                  <a:pt x="2931721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001156" y="3155062"/>
            <a:ext cx="2804861" cy="2615041"/>
          </a:xfrm>
          <a:custGeom>
            <a:avLst/>
            <a:gdLst/>
            <a:ahLst/>
            <a:cxnLst/>
            <a:rect l="l" t="t" r="r" b="b"/>
            <a:pathLst>
              <a:path w="2804861" h="2615041">
                <a:moveTo>
                  <a:pt x="0" y="0"/>
                </a:moveTo>
                <a:lnTo>
                  <a:pt x="2804861" y="0"/>
                </a:lnTo>
                <a:lnTo>
                  <a:pt x="2804861" y="2615042"/>
                </a:lnTo>
                <a:lnTo>
                  <a:pt x="0" y="26150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34" b="-6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1616231" y="3155062"/>
            <a:ext cx="3212442" cy="4821677"/>
          </a:xfrm>
          <a:custGeom>
            <a:avLst/>
            <a:gdLst/>
            <a:ahLst/>
            <a:cxnLst/>
            <a:rect l="l" t="t" r="r" b="b"/>
            <a:pathLst>
              <a:path w="3212442" h="4821677">
                <a:moveTo>
                  <a:pt x="3212442" y="0"/>
                </a:moveTo>
                <a:lnTo>
                  <a:pt x="0" y="0"/>
                </a:lnTo>
                <a:lnTo>
                  <a:pt x="0" y="4821677"/>
                </a:lnTo>
                <a:lnTo>
                  <a:pt x="3212442" y="4821677"/>
                </a:lnTo>
                <a:lnTo>
                  <a:pt x="321244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814513" y="5770104"/>
            <a:ext cx="3264217" cy="4899388"/>
          </a:xfrm>
          <a:custGeom>
            <a:avLst/>
            <a:gdLst/>
            <a:ahLst/>
            <a:cxnLst/>
            <a:rect l="l" t="t" r="r" b="b"/>
            <a:pathLst>
              <a:path w="3264217" h="4899388">
                <a:moveTo>
                  <a:pt x="0" y="0"/>
                </a:moveTo>
                <a:lnTo>
                  <a:pt x="3264218" y="0"/>
                </a:lnTo>
                <a:lnTo>
                  <a:pt x="3264218" y="4899388"/>
                </a:lnTo>
                <a:lnTo>
                  <a:pt x="0" y="4899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7338559" flipH="1">
            <a:off x="-600075" y="-3125406"/>
            <a:ext cx="3203737" cy="4808610"/>
          </a:xfrm>
          <a:custGeom>
            <a:avLst/>
            <a:gdLst/>
            <a:ahLst/>
            <a:cxnLst/>
            <a:rect l="l" t="t" r="r" b="b"/>
            <a:pathLst>
              <a:path w="3203737" h="4808610">
                <a:moveTo>
                  <a:pt x="3203737" y="0"/>
                </a:moveTo>
                <a:lnTo>
                  <a:pt x="0" y="0"/>
                </a:lnTo>
                <a:lnTo>
                  <a:pt x="0" y="4808610"/>
                </a:lnTo>
                <a:lnTo>
                  <a:pt x="3203737" y="4808610"/>
                </a:lnTo>
                <a:lnTo>
                  <a:pt x="320373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816035" flipH="1">
            <a:off x="10753987" y="-3650785"/>
            <a:ext cx="3431563" cy="5150564"/>
          </a:xfrm>
          <a:custGeom>
            <a:avLst/>
            <a:gdLst/>
            <a:ahLst/>
            <a:cxnLst/>
            <a:rect l="l" t="t" r="r" b="b"/>
            <a:pathLst>
              <a:path w="3431563" h="5150564">
                <a:moveTo>
                  <a:pt x="3431563" y="0"/>
                </a:moveTo>
                <a:lnTo>
                  <a:pt x="0" y="0"/>
                </a:lnTo>
                <a:lnTo>
                  <a:pt x="0" y="5150563"/>
                </a:lnTo>
                <a:lnTo>
                  <a:pt x="3431563" y="5150563"/>
                </a:lnTo>
                <a:lnTo>
                  <a:pt x="343156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814513" y="8432891"/>
            <a:ext cx="3700146" cy="3700146"/>
          </a:xfrm>
          <a:custGeom>
            <a:avLst/>
            <a:gdLst/>
            <a:ahLst/>
            <a:cxnLst/>
            <a:rect l="l" t="t" r="r" b="b"/>
            <a:pathLst>
              <a:path w="3700146" h="3700146">
                <a:moveTo>
                  <a:pt x="0" y="0"/>
                </a:moveTo>
                <a:lnTo>
                  <a:pt x="3700146" y="0"/>
                </a:lnTo>
                <a:lnTo>
                  <a:pt x="3700146" y="3700146"/>
                </a:lnTo>
                <a:lnTo>
                  <a:pt x="0" y="37001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484551" y="8435629"/>
            <a:ext cx="3697408" cy="3697408"/>
          </a:xfrm>
          <a:custGeom>
            <a:avLst/>
            <a:gdLst/>
            <a:ahLst/>
            <a:cxnLst/>
            <a:rect l="l" t="t" r="r" b="b"/>
            <a:pathLst>
              <a:path w="3697408" h="3697408">
                <a:moveTo>
                  <a:pt x="0" y="0"/>
                </a:moveTo>
                <a:lnTo>
                  <a:pt x="3697407" y="0"/>
                </a:lnTo>
                <a:lnTo>
                  <a:pt x="3697407" y="3697408"/>
                </a:lnTo>
                <a:lnTo>
                  <a:pt x="0" y="36974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653361" y="1824721"/>
            <a:ext cx="9341385" cy="7012802"/>
          </a:xfrm>
          <a:custGeom>
            <a:avLst/>
            <a:gdLst/>
            <a:ahLst/>
            <a:cxnLst/>
            <a:rect l="l" t="t" r="r" b="b"/>
            <a:pathLst>
              <a:path w="9341385" h="7012802">
                <a:moveTo>
                  <a:pt x="0" y="0"/>
                </a:moveTo>
                <a:lnTo>
                  <a:pt x="9341385" y="0"/>
                </a:lnTo>
                <a:lnTo>
                  <a:pt x="9341385" y="7012802"/>
                </a:lnTo>
                <a:lnTo>
                  <a:pt x="0" y="70128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132" b="-5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1229363" y="1917835"/>
            <a:ext cx="5668830" cy="6758280"/>
          </a:xfrm>
          <a:custGeom>
            <a:avLst/>
            <a:gdLst/>
            <a:ahLst/>
            <a:cxnLst/>
            <a:rect l="l" t="t" r="r" b="b"/>
            <a:pathLst>
              <a:path w="5668830" h="6758280">
                <a:moveTo>
                  <a:pt x="0" y="0"/>
                </a:moveTo>
                <a:lnTo>
                  <a:pt x="5668831" y="0"/>
                </a:lnTo>
                <a:lnTo>
                  <a:pt x="5668831" y="6758280"/>
                </a:lnTo>
                <a:lnTo>
                  <a:pt x="0" y="6758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653361" y="1028700"/>
            <a:ext cx="7208620" cy="667829"/>
          </a:xfrm>
          <a:custGeom>
            <a:avLst/>
            <a:gdLst/>
            <a:ahLst/>
            <a:cxnLst/>
            <a:rect l="l" t="t" r="r" b="b"/>
            <a:pathLst>
              <a:path w="7208620" h="667829">
                <a:moveTo>
                  <a:pt x="0" y="0"/>
                </a:moveTo>
                <a:lnTo>
                  <a:pt x="7208620" y="0"/>
                </a:lnTo>
                <a:lnTo>
                  <a:pt x="7208620" y="667829"/>
                </a:lnTo>
                <a:lnTo>
                  <a:pt x="0" y="6678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046" t="-35941" r="-4124" b="-5247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730256" y="-3179966"/>
            <a:ext cx="3259329" cy="4892051"/>
          </a:xfrm>
          <a:custGeom>
            <a:avLst/>
            <a:gdLst/>
            <a:ahLst/>
            <a:cxnLst/>
            <a:rect l="l" t="t" r="r" b="b"/>
            <a:pathLst>
              <a:path w="3259329" h="4892051">
                <a:moveTo>
                  <a:pt x="3259329" y="0"/>
                </a:moveTo>
                <a:lnTo>
                  <a:pt x="0" y="0"/>
                </a:lnTo>
                <a:lnTo>
                  <a:pt x="0" y="4892050"/>
                </a:lnTo>
                <a:lnTo>
                  <a:pt x="3259329" y="4892050"/>
                </a:lnTo>
                <a:lnTo>
                  <a:pt x="325932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6771026" y="-1839622"/>
            <a:ext cx="2924127" cy="4388934"/>
          </a:xfrm>
          <a:custGeom>
            <a:avLst/>
            <a:gdLst/>
            <a:ahLst/>
            <a:cxnLst/>
            <a:rect l="l" t="t" r="r" b="b"/>
            <a:pathLst>
              <a:path w="2924127" h="4388934">
                <a:moveTo>
                  <a:pt x="0" y="0"/>
                </a:moveTo>
                <a:lnTo>
                  <a:pt x="2924127" y="0"/>
                </a:lnTo>
                <a:lnTo>
                  <a:pt x="2924127" y="4388934"/>
                </a:lnTo>
                <a:lnTo>
                  <a:pt x="0" y="43889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17091710" y="5399291"/>
            <a:ext cx="2738205" cy="2047915"/>
          </a:xfrm>
          <a:custGeom>
            <a:avLst/>
            <a:gdLst/>
            <a:ahLst/>
            <a:cxnLst/>
            <a:rect l="l" t="t" r="r" b="b"/>
            <a:pathLst>
              <a:path w="2738205" h="2047915">
                <a:moveTo>
                  <a:pt x="2738205" y="0"/>
                </a:moveTo>
                <a:lnTo>
                  <a:pt x="0" y="0"/>
                </a:lnTo>
                <a:lnTo>
                  <a:pt x="0" y="2047915"/>
                </a:lnTo>
                <a:lnTo>
                  <a:pt x="2738205" y="2047915"/>
                </a:lnTo>
                <a:lnTo>
                  <a:pt x="2738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7091710" y="2612884"/>
            <a:ext cx="2714307" cy="2530616"/>
          </a:xfrm>
          <a:custGeom>
            <a:avLst/>
            <a:gdLst/>
            <a:ahLst/>
            <a:cxnLst/>
            <a:rect l="l" t="t" r="r" b="b"/>
            <a:pathLst>
              <a:path w="2714307" h="2530616">
                <a:moveTo>
                  <a:pt x="0" y="0"/>
                </a:moveTo>
                <a:lnTo>
                  <a:pt x="2714307" y="0"/>
                </a:lnTo>
                <a:lnTo>
                  <a:pt x="2714307" y="2530616"/>
                </a:lnTo>
                <a:lnTo>
                  <a:pt x="0" y="253061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634" b="-6200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1616231" y="2020036"/>
            <a:ext cx="3168572" cy="4755830"/>
          </a:xfrm>
          <a:custGeom>
            <a:avLst/>
            <a:gdLst/>
            <a:ahLst/>
            <a:cxnLst/>
            <a:rect l="l" t="t" r="r" b="b"/>
            <a:pathLst>
              <a:path w="3168572" h="4755830">
                <a:moveTo>
                  <a:pt x="3168572" y="0"/>
                </a:moveTo>
                <a:lnTo>
                  <a:pt x="0" y="0"/>
                </a:lnTo>
                <a:lnTo>
                  <a:pt x="0" y="4755831"/>
                </a:lnTo>
                <a:lnTo>
                  <a:pt x="3168572" y="4755831"/>
                </a:lnTo>
                <a:lnTo>
                  <a:pt x="316857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-1814513" y="5770104"/>
            <a:ext cx="3264217" cy="4899388"/>
          </a:xfrm>
          <a:custGeom>
            <a:avLst/>
            <a:gdLst/>
            <a:ahLst/>
            <a:cxnLst/>
            <a:rect l="l" t="t" r="r" b="b"/>
            <a:pathLst>
              <a:path w="3264217" h="4899388">
                <a:moveTo>
                  <a:pt x="0" y="0"/>
                </a:moveTo>
                <a:lnTo>
                  <a:pt x="3264218" y="0"/>
                </a:lnTo>
                <a:lnTo>
                  <a:pt x="3264218" y="4899388"/>
                </a:lnTo>
                <a:lnTo>
                  <a:pt x="0" y="4899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7338559" flipH="1">
            <a:off x="-591929" y="-3129893"/>
            <a:ext cx="3142473" cy="4716657"/>
          </a:xfrm>
          <a:custGeom>
            <a:avLst/>
            <a:gdLst/>
            <a:ahLst/>
            <a:cxnLst/>
            <a:rect l="l" t="t" r="r" b="b"/>
            <a:pathLst>
              <a:path w="3142473" h="4716657">
                <a:moveTo>
                  <a:pt x="3142473" y="0"/>
                </a:moveTo>
                <a:lnTo>
                  <a:pt x="0" y="0"/>
                </a:lnTo>
                <a:lnTo>
                  <a:pt x="0" y="4716657"/>
                </a:lnTo>
                <a:lnTo>
                  <a:pt x="3142473" y="4716657"/>
                </a:lnTo>
                <a:lnTo>
                  <a:pt x="314247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5816035" flipH="1">
            <a:off x="10663092" y="-3663332"/>
            <a:ext cx="3508292" cy="5265729"/>
          </a:xfrm>
          <a:custGeom>
            <a:avLst/>
            <a:gdLst/>
            <a:ahLst/>
            <a:cxnLst/>
            <a:rect l="l" t="t" r="r" b="b"/>
            <a:pathLst>
              <a:path w="3508292" h="5265729">
                <a:moveTo>
                  <a:pt x="3508292" y="0"/>
                </a:moveTo>
                <a:lnTo>
                  <a:pt x="0" y="0"/>
                </a:lnTo>
                <a:lnTo>
                  <a:pt x="0" y="5265729"/>
                </a:lnTo>
                <a:lnTo>
                  <a:pt x="3508292" y="5265729"/>
                </a:lnTo>
                <a:lnTo>
                  <a:pt x="350829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1814513" y="8766183"/>
            <a:ext cx="3366854" cy="3366854"/>
          </a:xfrm>
          <a:custGeom>
            <a:avLst/>
            <a:gdLst/>
            <a:ahLst/>
            <a:cxnLst/>
            <a:rect l="l" t="t" r="r" b="b"/>
            <a:pathLst>
              <a:path w="3366854" h="3366854">
                <a:moveTo>
                  <a:pt x="0" y="0"/>
                </a:moveTo>
                <a:lnTo>
                  <a:pt x="3366854" y="0"/>
                </a:lnTo>
                <a:lnTo>
                  <a:pt x="3366854" y="3366854"/>
                </a:lnTo>
                <a:lnTo>
                  <a:pt x="0" y="3366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815105" y="8766183"/>
            <a:ext cx="3366854" cy="3366854"/>
          </a:xfrm>
          <a:custGeom>
            <a:avLst/>
            <a:gdLst/>
            <a:ahLst/>
            <a:cxnLst/>
            <a:rect l="l" t="t" r="r" b="b"/>
            <a:pathLst>
              <a:path w="3366854" h="3366854">
                <a:moveTo>
                  <a:pt x="0" y="0"/>
                </a:moveTo>
                <a:lnTo>
                  <a:pt x="3366853" y="0"/>
                </a:lnTo>
                <a:lnTo>
                  <a:pt x="3366853" y="3366854"/>
                </a:lnTo>
                <a:lnTo>
                  <a:pt x="0" y="33668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884998" y="2208765"/>
            <a:ext cx="3146169" cy="4404637"/>
          </a:xfrm>
          <a:custGeom>
            <a:avLst/>
            <a:gdLst/>
            <a:ahLst/>
            <a:cxnLst/>
            <a:rect l="l" t="t" r="r" b="b"/>
            <a:pathLst>
              <a:path w="3146169" h="4404637">
                <a:moveTo>
                  <a:pt x="0" y="0"/>
                </a:moveTo>
                <a:lnTo>
                  <a:pt x="3146169" y="0"/>
                </a:lnTo>
                <a:lnTo>
                  <a:pt x="3146169" y="4404636"/>
                </a:lnTo>
                <a:lnTo>
                  <a:pt x="0" y="44046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7688751" y="2152371"/>
            <a:ext cx="3152002" cy="4461030"/>
          </a:xfrm>
          <a:custGeom>
            <a:avLst/>
            <a:gdLst/>
            <a:ahLst/>
            <a:cxnLst/>
            <a:rect l="l" t="t" r="r" b="b"/>
            <a:pathLst>
              <a:path w="3152002" h="4461030">
                <a:moveTo>
                  <a:pt x="0" y="0"/>
                </a:moveTo>
                <a:lnTo>
                  <a:pt x="3152002" y="0"/>
                </a:lnTo>
                <a:lnTo>
                  <a:pt x="3152002" y="4461030"/>
                </a:lnTo>
                <a:lnTo>
                  <a:pt x="0" y="44610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6307356" y="4000132"/>
            <a:ext cx="1000394" cy="968636"/>
          </a:xfrm>
          <a:custGeom>
            <a:avLst/>
            <a:gdLst/>
            <a:ahLst/>
            <a:cxnLst/>
            <a:rect l="l" t="t" r="r" b="b"/>
            <a:pathLst>
              <a:path w="1000394" h="968636">
                <a:moveTo>
                  <a:pt x="0" y="0"/>
                </a:moveTo>
                <a:lnTo>
                  <a:pt x="1000395" y="0"/>
                </a:lnTo>
                <a:lnTo>
                  <a:pt x="1000395" y="968636"/>
                </a:lnTo>
                <a:lnTo>
                  <a:pt x="0" y="9686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973949" y="6934724"/>
            <a:ext cx="10115826" cy="2377219"/>
          </a:xfrm>
          <a:custGeom>
            <a:avLst/>
            <a:gdLst/>
            <a:ahLst/>
            <a:cxnLst/>
            <a:rect l="l" t="t" r="r" b="b"/>
            <a:pathLst>
              <a:path w="10115826" h="2377219">
                <a:moveTo>
                  <a:pt x="0" y="0"/>
                </a:moveTo>
                <a:lnTo>
                  <a:pt x="10115826" y="0"/>
                </a:lnTo>
                <a:lnTo>
                  <a:pt x="10115826" y="2377219"/>
                </a:lnTo>
                <a:lnTo>
                  <a:pt x="0" y="23772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317637" y="2152371"/>
            <a:ext cx="2432296" cy="339390"/>
          </a:xfrm>
          <a:custGeom>
            <a:avLst/>
            <a:gdLst/>
            <a:ahLst/>
            <a:cxnLst/>
            <a:rect l="l" t="t" r="r" b="b"/>
            <a:pathLst>
              <a:path w="2432296" h="339390">
                <a:moveTo>
                  <a:pt x="0" y="0"/>
                </a:moveTo>
                <a:lnTo>
                  <a:pt x="2432297" y="0"/>
                </a:lnTo>
                <a:lnTo>
                  <a:pt x="2432297" y="339390"/>
                </a:lnTo>
                <a:lnTo>
                  <a:pt x="0" y="3393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2089775" y="2648004"/>
            <a:ext cx="4620935" cy="1979487"/>
          </a:xfrm>
          <a:custGeom>
            <a:avLst/>
            <a:gdLst/>
            <a:ahLst/>
            <a:cxnLst/>
            <a:rect l="l" t="t" r="r" b="b"/>
            <a:pathLst>
              <a:path w="4620935" h="1979487">
                <a:moveTo>
                  <a:pt x="0" y="0"/>
                </a:moveTo>
                <a:lnTo>
                  <a:pt x="4620935" y="0"/>
                </a:lnTo>
                <a:lnTo>
                  <a:pt x="4620935" y="1979487"/>
                </a:lnTo>
                <a:lnTo>
                  <a:pt x="0" y="197948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r="-1355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2089775" y="4679345"/>
            <a:ext cx="4461700" cy="1979487"/>
          </a:xfrm>
          <a:custGeom>
            <a:avLst/>
            <a:gdLst/>
            <a:ahLst/>
            <a:cxnLst/>
            <a:rect l="l" t="t" r="r" b="b"/>
            <a:pathLst>
              <a:path w="4461700" h="1979487">
                <a:moveTo>
                  <a:pt x="0" y="0"/>
                </a:moveTo>
                <a:lnTo>
                  <a:pt x="4461700" y="0"/>
                </a:lnTo>
                <a:lnTo>
                  <a:pt x="4461700" y="1979487"/>
                </a:lnTo>
                <a:lnTo>
                  <a:pt x="0" y="19794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12127137" y="6758938"/>
            <a:ext cx="3687525" cy="1927918"/>
          </a:xfrm>
          <a:custGeom>
            <a:avLst/>
            <a:gdLst/>
            <a:ahLst/>
            <a:cxnLst/>
            <a:rect l="l" t="t" r="r" b="b"/>
            <a:pathLst>
              <a:path w="3687525" h="1927918">
                <a:moveTo>
                  <a:pt x="0" y="0"/>
                </a:moveTo>
                <a:lnTo>
                  <a:pt x="3687525" y="0"/>
                </a:lnTo>
                <a:lnTo>
                  <a:pt x="3687525" y="1927918"/>
                </a:lnTo>
                <a:lnTo>
                  <a:pt x="0" y="192791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552341" y="692597"/>
            <a:ext cx="8737875" cy="1135924"/>
          </a:xfrm>
          <a:custGeom>
            <a:avLst/>
            <a:gdLst/>
            <a:ahLst/>
            <a:cxnLst/>
            <a:rect l="l" t="t" r="r" b="b"/>
            <a:pathLst>
              <a:path w="8737875" h="1135924">
                <a:moveTo>
                  <a:pt x="0" y="0"/>
                </a:moveTo>
                <a:lnTo>
                  <a:pt x="8737875" y="0"/>
                </a:lnTo>
                <a:lnTo>
                  <a:pt x="8737875" y="1135924"/>
                </a:lnTo>
                <a:lnTo>
                  <a:pt x="0" y="11359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709291" y="1474296"/>
            <a:ext cx="11301259" cy="678076"/>
          </a:xfrm>
          <a:custGeom>
            <a:avLst/>
            <a:gdLst/>
            <a:ahLst/>
            <a:cxnLst/>
            <a:rect l="l" t="t" r="r" b="b"/>
            <a:pathLst>
              <a:path w="11301259" h="678076">
                <a:moveTo>
                  <a:pt x="0" y="0"/>
                </a:moveTo>
                <a:lnTo>
                  <a:pt x="11301259" y="0"/>
                </a:lnTo>
                <a:lnTo>
                  <a:pt x="11301259" y="678075"/>
                </a:lnTo>
                <a:lnTo>
                  <a:pt x="0" y="67807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4387450" y="-2441397"/>
            <a:ext cx="2962486" cy="4446509"/>
          </a:xfrm>
          <a:custGeom>
            <a:avLst/>
            <a:gdLst/>
            <a:ahLst/>
            <a:cxnLst/>
            <a:rect l="l" t="t" r="r" b="b"/>
            <a:pathLst>
              <a:path w="2962486" h="4446509">
                <a:moveTo>
                  <a:pt x="2962487" y="0"/>
                </a:moveTo>
                <a:lnTo>
                  <a:pt x="0" y="0"/>
                </a:lnTo>
                <a:lnTo>
                  <a:pt x="0" y="4446509"/>
                </a:lnTo>
                <a:lnTo>
                  <a:pt x="2962487" y="4446509"/>
                </a:lnTo>
                <a:lnTo>
                  <a:pt x="296248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5274973" y="-2533623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0" y="0"/>
                </a:moveTo>
                <a:lnTo>
                  <a:pt x="3968654" y="0"/>
                </a:lnTo>
                <a:lnTo>
                  <a:pt x="3968654" y="5956703"/>
                </a:lnTo>
                <a:lnTo>
                  <a:pt x="0" y="5956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6232471" y="9471548"/>
            <a:ext cx="2560360" cy="1914904"/>
          </a:xfrm>
          <a:custGeom>
            <a:avLst/>
            <a:gdLst/>
            <a:ahLst/>
            <a:cxnLst/>
            <a:rect l="l" t="t" r="r" b="b"/>
            <a:pathLst>
              <a:path w="2560360" h="1914904">
                <a:moveTo>
                  <a:pt x="2560359" y="0"/>
                </a:moveTo>
                <a:lnTo>
                  <a:pt x="0" y="0"/>
                </a:lnTo>
                <a:lnTo>
                  <a:pt x="0" y="1914903"/>
                </a:lnTo>
                <a:lnTo>
                  <a:pt x="2560359" y="1914903"/>
                </a:lnTo>
                <a:lnTo>
                  <a:pt x="256035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0068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645439" y="8824616"/>
            <a:ext cx="3227323" cy="3687066"/>
          </a:xfrm>
          <a:custGeom>
            <a:avLst/>
            <a:gdLst/>
            <a:ahLst/>
            <a:cxnLst/>
            <a:rect l="l" t="t" r="r" b="b"/>
            <a:pathLst>
              <a:path w="3227323" h="3687066">
                <a:moveTo>
                  <a:pt x="0" y="0"/>
                </a:moveTo>
                <a:lnTo>
                  <a:pt x="3227323" y="0"/>
                </a:lnTo>
                <a:lnTo>
                  <a:pt x="3227323" y="3687065"/>
                </a:lnTo>
                <a:lnTo>
                  <a:pt x="0" y="36870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13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1266185" y="5639611"/>
            <a:ext cx="2888909" cy="3453927"/>
          </a:xfrm>
          <a:custGeom>
            <a:avLst/>
            <a:gdLst/>
            <a:ahLst/>
            <a:cxnLst/>
            <a:rect l="l" t="t" r="r" b="b"/>
            <a:pathLst>
              <a:path w="2888909" h="3453927">
                <a:moveTo>
                  <a:pt x="0" y="0"/>
                </a:moveTo>
                <a:lnTo>
                  <a:pt x="2888909" y="0"/>
                </a:lnTo>
                <a:lnTo>
                  <a:pt x="2888909" y="3453927"/>
                </a:lnTo>
                <a:lnTo>
                  <a:pt x="0" y="3453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2554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flipH="1">
            <a:off x="-1044206" y="3057564"/>
            <a:ext cx="2919204" cy="4381544"/>
          </a:xfrm>
          <a:custGeom>
            <a:avLst/>
            <a:gdLst/>
            <a:ahLst/>
            <a:cxnLst/>
            <a:rect l="l" t="t" r="r" b="b"/>
            <a:pathLst>
              <a:path w="2919204" h="4381544">
                <a:moveTo>
                  <a:pt x="2919204" y="0"/>
                </a:moveTo>
                <a:lnTo>
                  <a:pt x="0" y="0"/>
                </a:lnTo>
                <a:lnTo>
                  <a:pt x="0" y="4381545"/>
                </a:lnTo>
                <a:lnTo>
                  <a:pt x="2919204" y="4381545"/>
                </a:lnTo>
                <a:lnTo>
                  <a:pt x="291920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5816035" flipH="1">
            <a:off x="10584154" y="-3299189"/>
            <a:ext cx="3501395" cy="5255377"/>
          </a:xfrm>
          <a:custGeom>
            <a:avLst/>
            <a:gdLst/>
            <a:ahLst/>
            <a:cxnLst/>
            <a:rect l="l" t="t" r="r" b="b"/>
            <a:pathLst>
              <a:path w="3501395" h="5255377">
                <a:moveTo>
                  <a:pt x="3501395" y="0"/>
                </a:moveTo>
                <a:lnTo>
                  <a:pt x="0" y="0"/>
                </a:lnTo>
                <a:lnTo>
                  <a:pt x="0" y="5255376"/>
                </a:lnTo>
                <a:lnTo>
                  <a:pt x="3501395" y="5255376"/>
                </a:lnTo>
                <a:lnTo>
                  <a:pt x="350139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1814513" y="-1539598"/>
            <a:ext cx="3605199" cy="3605199"/>
          </a:xfrm>
          <a:custGeom>
            <a:avLst/>
            <a:gdLst/>
            <a:ahLst/>
            <a:cxnLst/>
            <a:rect l="l" t="t" r="r" b="b"/>
            <a:pathLst>
              <a:path w="3605199" h="3605199">
                <a:moveTo>
                  <a:pt x="0" y="0"/>
                </a:moveTo>
                <a:lnTo>
                  <a:pt x="3605200" y="0"/>
                </a:lnTo>
                <a:lnTo>
                  <a:pt x="3605200" y="3605200"/>
                </a:lnTo>
                <a:lnTo>
                  <a:pt x="0" y="3605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261413" y="-1539598"/>
            <a:ext cx="3853280" cy="3853280"/>
          </a:xfrm>
          <a:custGeom>
            <a:avLst/>
            <a:gdLst/>
            <a:ahLst/>
            <a:cxnLst/>
            <a:rect l="l" t="t" r="r" b="b"/>
            <a:pathLst>
              <a:path w="3853280" h="3853280">
                <a:moveTo>
                  <a:pt x="0" y="0"/>
                </a:moveTo>
                <a:lnTo>
                  <a:pt x="3853280" y="0"/>
                </a:lnTo>
                <a:lnTo>
                  <a:pt x="3853280" y="3853280"/>
                </a:lnTo>
                <a:lnTo>
                  <a:pt x="0" y="3853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415958" y="9206514"/>
            <a:ext cx="3227323" cy="3687066"/>
          </a:xfrm>
          <a:custGeom>
            <a:avLst/>
            <a:gdLst/>
            <a:ahLst/>
            <a:cxnLst/>
            <a:rect l="l" t="t" r="r" b="b"/>
            <a:pathLst>
              <a:path w="3227323" h="3687066">
                <a:moveTo>
                  <a:pt x="0" y="0"/>
                </a:moveTo>
                <a:lnTo>
                  <a:pt x="3227323" y="0"/>
                </a:lnTo>
                <a:lnTo>
                  <a:pt x="3227323" y="3687066"/>
                </a:lnTo>
                <a:lnTo>
                  <a:pt x="0" y="368706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3137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2488368" y="6147330"/>
            <a:ext cx="14648703" cy="2581834"/>
          </a:xfrm>
          <a:custGeom>
            <a:avLst/>
            <a:gdLst/>
            <a:ahLst/>
            <a:cxnLst/>
            <a:rect l="l" t="t" r="r" b="b"/>
            <a:pathLst>
              <a:path w="14648703" h="2581834">
                <a:moveTo>
                  <a:pt x="0" y="0"/>
                </a:moveTo>
                <a:lnTo>
                  <a:pt x="14648703" y="0"/>
                </a:lnTo>
                <a:lnTo>
                  <a:pt x="14648703" y="2581833"/>
                </a:lnTo>
                <a:lnTo>
                  <a:pt x="0" y="2581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2385188" y="2371242"/>
            <a:ext cx="14874112" cy="3718528"/>
          </a:xfrm>
          <a:custGeom>
            <a:avLst/>
            <a:gdLst/>
            <a:ahLst/>
            <a:cxnLst/>
            <a:rect l="l" t="t" r="r" b="b"/>
            <a:pathLst>
              <a:path w="14874112" h="3718528">
                <a:moveTo>
                  <a:pt x="0" y="0"/>
                </a:moveTo>
                <a:lnTo>
                  <a:pt x="14874112" y="0"/>
                </a:lnTo>
                <a:lnTo>
                  <a:pt x="14874112" y="3718528"/>
                </a:lnTo>
                <a:lnTo>
                  <a:pt x="0" y="37185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385188" y="1193028"/>
            <a:ext cx="10621818" cy="701964"/>
          </a:xfrm>
          <a:custGeom>
            <a:avLst/>
            <a:gdLst/>
            <a:ahLst/>
            <a:cxnLst/>
            <a:rect l="l" t="t" r="r" b="b"/>
            <a:pathLst>
              <a:path w="10621818" h="701964">
                <a:moveTo>
                  <a:pt x="0" y="0"/>
                </a:moveTo>
                <a:lnTo>
                  <a:pt x="10621819" y="0"/>
                </a:lnTo>
                <a:lnTo>
                  <a:pt x="10621819" y="701964"/>
                </a:lnTo>
                <a:lnTo>
                  <a:pt x="0" y="7019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488" t="-32419" r="-2907" b="-5071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251838" y="1820660"/>
            <a:ext cx="8249431" cy="608396"/>
          </a:xfrm>
          <a:custGeom>
            <a:avLst/>
            <a:gdLst/>
            <a:ahLst/>
            <a:cxnLst/>
            <a:rect l="l" t="t" r="r" b="b"/>
            <a:pathLst>
              <a:path w="8249431" h="608396">
                <a:moveTo>
                  <a:pt x="0" y="0"/>
                </a:moveTo>
                <a:lnTo>
                  <a:pt x="8249431" y="0"/>
                </a:lnTo>
                <a:lnTo>
                  <a:pt x="8249431" y="608395"/>
                </a:lnTo>
                <a:lnTo>
                  <a:pt x="0" y="60839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336883" y="-3171229"/>
            <a:ext cx="3224444" cy="4839690"/>
          </a:xfrm>
          <a:custGeom>
            <a:avLst/>
            <a:gdLst/>
            <a:ahLst/>
            <a:cxnLst/>
            <a:rect l="l" t="t" r="r" b="b"/>
            <a:pathLst>
              <a:path w="3224444" h="4839690">
                <a:moveTo>
                  <a:pt x="3224444" y="0"/>
                </a:moveTo>
                <a:lnTo>
                  <a:pt x="0" y="0"/>
                </a:lnTo>
                <a:lnTo>
                  <a:pt x="0" y="4839691"/>
                </a:lnTo>
                <a:lnTo>
                  <a:pt x="3224444" y="4839691"/>
                </a:lnTo>
                <a:lnTo>
                  <a:pt x="32244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7143133" y="-1694192"/>
            <a:ext cx="2948729" cy="4425859"/>
          </a:xfrm>
          <a:custGeom>
            <a:avLst/>
            <a:gdLst/>
            <a:ahLst/>
            <a:cxnLst/>
            <a:rect l="l" t="t" r="r" b="b"/>
            <a:pathLst>
              <a:path w="2948729" h="4425859">
                <a:moveTo>
                  <a:pt x="0" y="0"/>
                </a:moveTo>
                <a:lnTo>
                  <a:pt x="2948729" y="0"/>
                </a:lnTo>
                <a:lnTo>
                  <a:pt x="2948729" y="4425859"/>
                </a:lnTo>
                <a:lnTo>
                  <a:pt x="0" y="442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-1616231" y="3771900"/>
            <a:ext cx="2644931" cy="4406054"/>
          </a:xfrm>
          <a:custGeom>
            <a:avLst/>
            <a:gdLst/>
            <a:ahLst/>
            <a:cxnLst/>
            <a:rect l="l" t="t" r="r" b="b"/>
            <a:pathLst>
              <a:path w="3071204" h="4609688">
                <a:moveTo>
                  <a:pt x="3071205" y="0"/>
                </a:moveTo>
                <a:lnTo>
                  <a:pt x="0" y="0"/>
                </a:lnTo>
                <a:lnTo>
                  <a:pt x="0" y="4609688"/>
                </a:lnTo>
                <a:lnTo>
                  <a:pt x="3071205" y="4609688"/>
                </a:lnTo>
                <a:lnTo>
                  <a:pt x="3071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814513" y="6385291"/>
            <a:ext cx="2843213" cy="4485416"/>
          </a:xfrm>
          <a:custGeom>
            <a:avLst/>
            <a:gdLst/>
            <a:ahLst/>
            <a:cxnLst/>
            <a:rect l="l" t="t" r="r" b="b"/>
            <a:pathLst>
              <a:path w="3269486" h="4907296">
                <a:moveTo>
                  <a:pt x="0" y="0"/>
                </a:moveTo>
                <a:lnTo>
                  <a:pt x="3269487" y="0"/>
                </a:lnTo>
                <a:lnTo>
                  <a:pt x="3269487" y="4907296"/>
                </a:lnTo>
                <a:lnTo>
                  <a:pt x="0" y="4907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338559" flipH="1">
            <a:off x="-583525" y="-2827588"/>
            <a:ext cx="3007640" cy="4514281"/>
          </a:xfrm>
          <a:custGeom>
            <a:avLst/>
            <a:gdLst/>
            <a:ahLst/>
            <a:cxnLst/>
            <a:rect l="l" t="t" r="r" b="b"/>
            <a:pathLst>
              <a:path w="3007640" h="4514281">
                <a:moveTo>
                  <a:pt x="3007639" y="0"/>
                </a:moveTo>
                <a:lnTo>
                  <a:pt x="0" y="0"/>
                </a:lnTo>
                <a:lnTo>
                  <a:pt x="0" y="4514281"/>
                </a:lnTo>
                <a:lnTo>
                  <a:pt x="3007639" y="4514281"/>
                </a:lnTo>
                <a:lnTo>
                  <a:pt x="30076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816035" flipH="1">
            <a:off x="11258595" y="-3203066"/>
            <a:ext cx="3256328" cy="4887547"/>
          </a:xfrm>
          <a:custGeom>
            <a:avLst/>
            <a:gdLst/>
            <a:ahLst/>
            <a:cxnLst/>
            <a:rect l="l" t="t" r="r" b="b"/>
            <a:pathLst>
              <a:path w="3256328" h="4887547">
                <a:moveTo>
                  <a:pt x="3256328" y="0"/>
                </a:moveTo>
                <a:lnTo>
                  <a:pt x="0" y="0"/>
                </a:lnTo>
                <a:lnTo>
                  <a:pt x="0" y="4887547"/>
                </a:lnTo>
                <a:lnTo>
                  <a:pt x="3256328" y="4887547"/>
                </a:lnTo>
                <a:lnTo>
                  <a:pt x="32563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150222" y="2543495"/>
            <a:ext cx="3841796" cy="3841796"/>
          </a:xfrm>
          <a:custGeom>
            <a:avLst/>
            <a:gdLst/>
            <a:ahLst/>
            <a:cxnLst/>
            <a:rect l="l" t="t" r="r" b="b"/>
            <a:pathLst>
              <a:path w="3841796" h="3841796">
                <a:moveTo>
                  <a:pt x="0" y="0"/>
                </a:moveTo>
                <a:lnTo>
                  <a:pt x="3841796" y="0"/>
                </a:lnTo>
                <a:lnTo>
                  <a:pt x="3841796" y="3841796"/>
                </a:lnTo>
                <a:lnTo>
                  <a:pt x="0" y="3841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9259547" y="2543495"/>
            <a:ext cx="7890675" cy="7141061"/>
          </a:xfrm>
          <a:custGeom>
            <a:avLst/>
            <a:gdLst/>
            <a:ahLst/>
            <a:cxnLst/>
            <a:rect l="l" t="t" r="r" b="b"/>
            <a:pathLst>
              <a:path w="7890675" h="7141061">
                <a:moveTo>
                  <a:pt x="0" y="0"/>
                </a:moveTo>
                <a:lnTo>
                  <a:pt x="7890675" y="0"/>
                </a:lnTo>
                <a:lnTo>
                  <a:pt x="7890675" y="7141061"/>
                </a:lnTo>
                <a:lnTo>
                  <a:pt x="0" y="71410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28700" y="886628"/>
            <a:ext cx="11301259" cy="1115999"/>
          </a:xfrm>
          <a:custGeom>
            <a:avLst/>
            <a:gdLst/>
            <a:ahLst/>
            <a:cxnLst/>
            <a:rect l="l" t="t" r="r" b="b"/>
            <a:pathLst>
              <a:path w="11301259" h="1115999">
                <a:moveTo>
                  <a:pt x="0" y="0"/>
                </a:moveTo>
                <a:lnTo>
                  <a:pt x="11301259" y="0"/>
                </a:lnTo>
                <a:lnTo>
                  <a:pt x="11301259" y="1115999"/>
                </a:lnTo>
                <a:lnTo>
                  <a:pt x="0" y="11159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89094" y="1703507"/>
            <a:ext cx="11301259" cy="579190"/>
          </a:xfrm>
          <a:custGeom>
            <a:avLst/>
            <a:gdLst/>
            <a:ahLst/>
            <a:cxnLst/>
            <a:rect l="l" t="t" r="r" b="b"/>
            <a:pathLst>
              <a:path w="11301259" h="579190">
                <a:moveTo>
                  <a:pt x="0" y="0"/>
                </a:moveTo>
                <a:lnTo>
                  <a:pt x="11301259" y="0"/>
                </a:lnTo>
                <a:lnTo>
                  <a:pt x="11301259" y="579190"/>
                </a:lnTo>
                <a:lnTo>
                  <a:pt x="0" y="5791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454974" y="2296577"/>
            <a:ext cx="7712178" cy="7333667"/>
          </a:xfrm>
          <a:custGeom>
            <a:avLst/>
            <a:gdLst/>
            <a:ahLst/>
            <a:cxnLst/>
            <a:rect l="l" t="t" r="r" b="b"/>
            <a:pathLst>
              <a:path w="7712178" h="7333667">
                <a:moveTo>
                  <a:pt x="0" y="0"/>
                </a:moveTo>
                <a:lnTo>
                  <a:pt x="7712178" y="0"/>
                </a:lnTo>
                <a:lnTo>
                  <a:pt x="7712178" y="7333667"/>
                </a:lnTo>
                <a:lnTo>
                  <a:pt x="0" y="73336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8506094" y="-2533623"/>
            <a:ext cx="3968653" cy="5956703"/>
          </a:xfrm>
          <a:custGeom>
            <a:avLst/>
            <a:gdLst/>
            <a:ahLst/>
            <a:cxnLst/>
            <a:rect l="l" t="t" r="r" b="b"/>
            <a:pathLst>
              <a:path w="3968653" h="5956703">
                <a:moveTo>
                  <a:pt x="0" y="0"/>
                </a:moveTo>
                <a:lnTo>
                  <a:pt x="3968653" y="0"/>
                </a:lnTo>
                <a:lnTo>
                  <a:pt x="3968653" y="5956703"/>
                </a:lnTo>
                <a:lnTo>
                  <a:pt x="0" y="5956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7338559" flipH="1">
            <a:off x="-3335255" y="-3541045"/>
            <a:ext cx="3693325" cy="5543452"/>
          </a:xfrm>
          <a:custGeom>
            <a:avLst/>
            <a:gdLst/>
            <a:ahLst/>
            <a:cxnLst/>
            <a:rect l="l" t="t" r="r" b="b"/>
            <a:pathLst>
              <a:path w="3693325" h="5543452">
                <a:moveTo>
                  <a:pt x="3693325" y="0"/>
                </a:moveTo>
                <a:lnTo>
                  <a:pt x="0" y="0"/>
                </a:lnTo>
                <a:lnTo>
                  <a:pt x="0" y="5543452"/>
                </a:lnTo>
                <a:lnTo>
                  <a:pt x="3693325" y="5543452"/>
                </a:lnTo>
                <a:lnTo>
                  <a:pt x="369332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2916020" y="8838076"/>
            <a:ext cx="4384746" cy="4384746"/>
          </a:xfrm>
          <a:custGeom>
            <a:avLst/>
            <a:gdLst/>
            <a:ahLst/>
            <a:cxnLst/>
            <a:rect l="l" t="t" r="r" b="b"/>
            <a:pathLst>
              <a:path w="4384746" h="4384746">
                <a:moveTo>
                  <a:pt x="0" y="0"/>
                </a:moveTo>
                <a:lnTo>
                  <a:pt x="4384746" y="0"/>
                </a:lnTo>
                <a:lnTo>
                  <a:pt x="4384746" y="4384746"/>
                </a:lnTo>
                <a:lnTo>
                  <a:pt x="0" y="438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6770301" y="8477119"/>
            <a:ext cx="4384746" cy="4384746"/>
          </a:xfrm>
          <a:custGeom>
            <a:avLst/>
            <a:gdLst/>
            <a:ahLst/>
            <a:cxnLst/>
            <a:rect l="l" t="t" r="r" b="b"/>
            <a:pathLst>
              <a:path w="4384746" h="4384746">
                <a:moveTo>
                  <a:pt x="0" y="0"/>
                </a:moveTo>
                <a:lnTo>
                  <a:pt x="4384746" y="0"/>
                </a:lnTo>
                <a:lnTo>
                  <a:pt x="4384746" y="4384746"/>
                </a:lnTo>
                <a:lnTo>
                  <a:pt x="0" y="43847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6761" y="1353035"/>
            <a:ext cx="8477239" cy="5413850"/>
          </a:xfrm>
          <a:custGeom>
            <a:avLst/>
            <a:gdLst/>
            <a:ahLst/>
            <a:cxnLst/>
            <a:rect l="l" t="t" r="r" b="b"/>
            <a:pathLst>
              <a:path w="8477239" h="5413850">
                <a:moveTo>
                  <a:pt x="0" y="0"/>
                </a:moveTo>
                <a:lnTo>
                  <a:pt x="8477239" y="0"/>
                </a:lnTo>
                <a:lnTo>
                  <a:pt x="8477239" y="5413850"/>
                </a:lnTo>
                <a:lnTo>
                  <a:pt x="0" y="54138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194" b="-219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76408" y="6871660"/>
            <a:ext cx="7148366" cy="2489957"/>
          </a:xfrm>
          <a:custGeom>
            <a:avLst/>
            <a:gdLst/>
            <a:ahLst/>
            <a:cxnLst/>
            <a:rect l="l" t="t" r="r" b="b"/>
            <a:pathLst>
              <a:path w="7148366" h="2489957">
                <a:moveTo>
                  <a:pt x="0" y="0"/>
                </a:moveTo>
                <a:lnTo>
                  <a:pt x="7148366" y="0"/>
                </a:lnTo>
                <a:lnTo>
                  <a:pt x="7148366" y="2489957"/>
                </a:lnTo>
                <a:lnTo>
                  <a:pt x="0" y="248995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610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601710" y="281918"/>
            <a:ext cx="13646127" cy="1071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22"/>
              </a:lnSpc>
            </a:pPr>
            <a:r>
              <a:rPr lang="en-US" sz="4839" spc="96">
                <a:solidFill>
                  <a:srgbClr val="FF66C4"/>
                </a:solidFill>
                <a:latin typeface="Perandory"/>
                <a:ea typeface="Perandory"/>
                <a:cs typeface="Perandory"/>
                <a:sym typeface="Perandory"/>
              </a:rPr>
              <a:t>5) Sustainable access model for low-income &amp; underserved communities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1849" y="6537104"/>
            <a:ext cx="7734271" cy="360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6"/>
              </a:lnSpc>
            </a:pPr>
            <a:endParaRPr/>
          </a:p>
          <a:p>
            <a:pPr marL="496754" lvl="1" indent="-248377" algn="l">
              <a:lnSpc>
                <a:spcPts val="2346"/>
              </a:lnSpc>
              <a:buFont typeface="Arial"/>
              <a:buChar char="•"/>
            </a:pPr>
            <a:r>
              <a:rPr lang="en-US" sz="2300" spc="48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Men often control household budgets in rural Tanzania</a:t>
            </a:r>
          </a:p>
          <a:p>
            <a:pPr marL="496754" lvl="1" indent="-248377" algn="l">
              <a:lnSpc>
                <a:spcPts val="2346"/>
              </a:lnSpc>
              <a:buFont typeface="Arial"/>
              <a:buChar char="•"/>
            </a:pPr>
            <a:r>
              <a:rPr lang="en-US" sz="2300" spc="48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Hedhi Salama already educates boys and men to break stigma</a:t>
            </a:r>
          </a:p>
          <a:p>
            <a:pPr marL="496754" lvl="1" indent="-248377" algn="l">
              <a:lnSpc>
                <a:spcPts val="2346"/>
              </a:lnSpc>
              <a:buFont typeface="Arial"/>
              <a:buChar char="•"/>
            </a:pPr>
            <a:r>
              <a:rPr lang="en-US" sz="2300" spc="48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When men understand menstrual health, they support spending on quality products instead of blocking it</a:t>
            </a:r>
          </a:p>
          <a:p>
            <a:pPr marL="496754" lvl="1" indent="-248377" algn="l">
              <a:lnSpc>
                <a:spcPts val="2346"/>
              </a:lnSpc>
              <a:buFont typeface="Arial"/>
              <a:buChar char="•"/>
            </a:pPr>
            <a:r>
              <a:rPr lang="en-US" sz="2300" spc="487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Result: Removes the "gatekeeper barrier" and turns men into active buyers and supporters</a:t>
            </a:r>
          </a:p>
          <a:p>
            <a:pPr algn="l">
              <a:lnSpc>
                <a:spcPts val="2346"/>
              </a:lnSpc>
              <a:spcBef>
                <a:spcPct val="0"/>
              </a:spcBef>
            </a:pPr>
            <a:endParaRPr lang="en-US" sz="2300" spc="487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905984" y="6154608"/>
            <a:ext cx="7606085" cy="39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16"/>
              </a:lnSpc>
              <a:spcBef>
                <a:spcPct val="0"/>
              </a:spcBef>
            </a:pPr>
            <a:r>
              <a:rPr lang="en-US" sz="2565" b="1" spc="5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2.Male Allyship as a Sales Driver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34803" y="3043354"/>
            <a:ext cx="7228364" cy="272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7"/>
              </a:lnSpc>
            </a:pP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                 </a:t>
            </a:r>
          </a:p>
          <a:p>
            <a:pPr algn="l">
              <a:lnSpc>
                <a:spcPts val="2397"/>
              </a:lnSpc>
            </a:pP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Schools receive subsidized pads                        </a:t>
            </a:r>
          </a:p>
          <a:p>
            <a:pPr algn="l">
              <a:lnSpc>
                <a:spcPts val="2397"/>
              </a:lnSpc>
            </a:pP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Those who can afford pay; those who can't get free     </a:t>
            </a:r>
          </a:p>
          <a:p>
            <a:pPr algn="l">
              <a:lnSpc>
                <a:spcPts val="2397"/>
              </a:lnSpc>
            </a:pP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Schools = distribution + education hubs                  </a:t>
            </a:r>
          </a:p>
          <a:p>
            <a:pPr algn="l">
              <a:lnSpc>
                <a:spcPts val="2397"/>
              </a:lnSpc>
            </a:pP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• </a:t>
            </a:r>
            <a:r>
              <a:rPr lang="en-US" sz="2350" spc="498" dirty="0" err="1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Impact:Reach</a:t>
            </a:r>
            <a:r>
              <a:rPr lang="en-US" sz="2350" spc="498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60–70% of unreached rural girls</a:t>
            </a:r>
          </a:p>
          <a:p>
            <a:pPr algn="l">
              <a:lnSpc>
                <a:spcPts val="2397"/>
              </a:lnSpc>
              <a:spcBef>
                <a:spcPct val="0"/>
              </a:spcBef>
            </a:pPr>
            <a:endParaRPr lang="en-US" sz="2350" spc="498" dirty="0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27412" y="1495215"/>
            <a:ext cx="10781483" cy="488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0"/>
              </a:lnSpc>
              <a:spcBef>
                <a:spcPct val="0"/>
              </a:spcBef>
            </a:pPr>
            <a:r>
              <a:rPr lang="en-US" sz="3461" b="1" spc="733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TWO HIGH-IMPACT INNOVATIONS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34215" y="2272894"/>
            <a:ext cx="6880540" cy="788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89"/>
              </a:lnSpc>
              <a:spcBef>
                <a:spcPct val="0"/>
              </a:spcBef>
            </a:pPr>
            <a:r>
              <a:rPr lang="en-US" sz="2832" b="1" spc="600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1.Revive the School Supply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9D9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 flipH="1">
            <a:off x="5336883" y="-3171229"/>
            <a:ext cx="3224444" cy="4839690"/>
          </a:xfrm>
          <a:custGeom>
            <a:avLst/>
            <a:gdLst/>
            <a:ahLst/>
            <a:cxnLst/>
            <a:rect l="l" t="t" r="r" b="b"/>
            <a:pathLst>
              <a:path w="3224444" h="4839690">
                <a:moveTo>
                  <a:pt x="3224444" y="0"/>
                </a:moveTo>
                <a:lnTo>
                  <a:pt x="0" y="0"/>
                </a:lnTo>
                <a:lnTo>
                  <a:pt x="0" y="4839691"/>
                </a:lnTo>
                <a:lnTo>
                  <a:pt x="3224444" y="4839691"/>
                </a:lnTo>
                <a:lnTo>
                  <a:pt x="322444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400000">
            <a:off x="17143133" y="-1694192"/>
            <a:ext cx="2948729" cy="4425859"/>
          </a:xfrm>
          <a:custGeom>
            <a:avLst/>
            <a:gdLst/>
            <a:ahLst/>
            <a:cxnLst/>
            <a:rect l="l" t="t" r="r" b="b"/>
            <a:pathLst>
              <a:path w="2948729" h="4425859">
                <a:moveTo>
                  <a:pt x="0" y="0"/>
                </a:moveTo>
                <a:lnTo>
                  <a:pt x="2948729" y="0"/>
                </a:lnTo>
                <a:lnTo>
                  <a:pt x="2948729" y="4425859"/>
                </a:lnTo>
                <a:lnTo>
                  <a:pt x="0" y="44258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-1616231" y="3568266"/>
            <a:ext cx="3071204" cy="4609688"/>
          </a:xfrm>
          <a:custGeom>
            <a:avLst/>
            <a:gdLst/>
            <a:ahLst/>
            <a:cxnLst/>
            <a:rect l="l" t="t" r="r" b="b"/>
            <a:pathLst>
              <a:path w="3071204" h="4609688">
                <a:moveTo>
                  <a:pt x="3071205" y="0"/>
                </a:moveTo>
                <a:lnTo>
                  <a:pt x="0" y="0"/>
                </a:lnTo>
                <a:lnTo>
                  <a:pt x="0" y="4609688"/>
                </a:lnTo>
                <a:lnTo>
                  <a:pt x="3071205" y="4609688"/>
                </a:lnTo>
                <a:lnTo>
                  <a:pt x="307120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1814513" y="5963411"/>
            <a:ext cx="3269486" cy="4907296"/>
          </a:xfrm>
          <a:custGeom>
            <a:avLst/>
            <a:gdLst/>
            <a:ahLst/>
            <a:cxnLst/>
            <a:rect l="l" t="t" r="r" b="b"/>
            <a:pathLst>
              <a:path w="3269486" h="4907296">
                <a:moveTo>
                  <a:pt x="0" y="0"/>
                </a:moveTo>
                <a:lnTo>
                  <a:pt x="3269487" y="0"/>
                </a:lnTo>
                <a:lnTo>
                  <a:pt x="3269487" y="4907296"/>
                </a:lnTo>
                <a:lnTo>
                  <a:pt x="0" y="49072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338559" flipH="1">
            <a:off x="-583525" y="-2827588"/>
            <a:ext cx="3007640" cy="4514281"/>
          </a:xfrm>
          <a:custGeom>
            <a:avLst/>
            <a:gdLst/>
            <a:ahLst/>
            <a:cxnLst/>
            <a:rect l="l" t="t" r="r" b="b"/>
            <a:pathLst>
              <a:path w="3007640" h="4514281">
                <a:moveTo>
                  <a:pt x="3007639" y="0"/>
                </a:moveTo>
                <a:lnTo>
                  <a:pt x="0" y="0"/>
                </a:lnTo>
                <a:lnTo>
                  <a:pt x="0" y="4514281"/>
                </a:lnTo>
                <a:lnTo>
                  <a:pt x="3007639" y="4514281"/>
                </a:lnTo>
                <a:lnTo>
                  <a:pt x="300763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5816035" flipH="1">
            <a:off x="11258595" y="-3203066"/>
            <a:ext cx="3256328" cy="4887547"/>
          </a:xfrm>
          <a:custGeom>
            <a:avLst/>
            <a:gdLst/>
            <a:ahLst/>
            <a:cxnLst/>
            <a:rect l="l" t="t" r="r" b="b"/>
            <a:pathLst>
              <a:path w="3256328" h="4887547">
                <a:moveTo>
                  <a:pt x="3256328" y="0"/>
                </a:moveTo>
                <a:lnTo>
                  <a:pt x="0" y="0"/>
                </a:lnTo>
                <a:lnTo>
                  <a:pt x="0" y="4887547"/>
                </a:lnTo>
                <a:lnTo>
                  <a:pt x="3256328" y="4887547"/>
                </a:lnTo>
                <a:lnTo>
                  <a:pt x="3256328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7150222" y="2543495"/>
            <a:ext cx="3841796" cy="3841796"/>
          </a:xfrm>
          <a:custGeom>
            <a:avLst/>
            <a:gdLst/>
            <a:ahLst/>
            <a:cxnLst/>
            <a:rect l="l" t="t" r="r" b="b"/>
            <a:pathLst>
              <a:path w="3841796" h="3841796">
                <a:moveTo>
                  <a:pt x="0" y="0"/>
                </a:moveTo>
                <a:lnTo>
                  <a:pt x="3841796" y="0"/>
                </a:lnTo>
                <a:lnTo>
                  <a:pt x="3841796" y="3841796"/>
                </a:lnTo>
                <a:lnTo>
                  <a:pt x="0" y="38417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76421" y="1638300"/>
            <a:ext cx="15251968" cy="8051155"/>
          </a:xfrm>
          <a:custGeom>
            <a:avLst/>
            <a:gdLst/>
            <a:ahLst/>
            <a:cxnLst/>
            <a:rect l="l" t="t" r="r" b="b"/>
            <a:pathLst>
              <a:path w="15139734" h="7436937">
                <a:moveTo>
                  <a:pt x="0" y="0"/>
                </a:moveTo>
                <a:lnTo>
                  <a:pt x="15139733" y="0"/>
                </a:lnTo>
                <a:lnTo>
                  <a:pt x="15139733" y="7436937"/>
                </a:lnTo>
                <a:lnTo>
                  <a:pt x="0" y="7436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" t="-861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6421" y="904759"/>
            <a:ext cx="10861532" cy="943067"/>
          </a:xfrm>
          <a:custGeom>
            <a:avLst/>
            <a:gdLst/>
            <a:ahLst/>
            <a:cxnLst/>
            <a:rect l="l" t="t" r="r" b="b"/>
            <a:pathLst>
              <a:path w="10861532" h="943067">
                <a:moveTo>
                  <a:pt x="0" y="0"/>
                </a:moveTo>
                <a:lnTo>
                  <a:pt x="10861532" y="0"/>
                </a:lnTo>
                <a:lnTo>
                  <a:pt x="10861532" y="943067"/>
                </a:lnTo>
                <a:lnTo>
                  <a:pt x="0" y="9430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192</Words>
  <Application>Microsoft Macintosh PowerPoint</Application>
  <PresentationFormat>Custom</PresentationFormat>
  <Paragraphs>39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Arimo Bold</vt:lpstr>
      <vt:lpstr>Archivo Black</vt:lpstr>
      <vt:lpstr>Calibri</vt:lpstr>
      <vt:lpstr>Perandory</vt:lpstr>
      <vt:lpstr>Calibri (MS) Bold</vt:lpstr>
      <vt:lpstr>Lancelot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10 Case Competition</dc:title>
  <cp:lastModifiedBy>Aditya Agarwal</cp:lastModifiedBy>
  <cp:revision>3</cp:revision>
  <dcterms:created xsi:type="dcterms:W3CDTF">2006-08-16T00:00:00Z</dcterms:created>
  <dcterms:modified xsi:type="dcterms:W3CDTF">2026-04-20T13:20:52Z</dcterms:modified>
  <dc:identifier>DAHHDBcZzF4</dc:identifier>
</cp:coreProperties>
</file>